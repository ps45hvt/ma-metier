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4"/>
  </p:sldMasterIdLst>
  <p:notesMasterIdLst>
    <p:notesMasterId r:id="rId13"/>
  </p:notesMasterIdLst>
  <p:sldIdLst>
    <p:sldId id="256" r:id="rId5"/>
    <p:sldId id="258" r:id="rId6"/>
    <p:sldId id="259" r:id="rId7"/>
    <p:sldId id="262" r:id="rId8"/>
    <p:sldId id="261" r:id="rId9"/>
    <p:sldId id="263" r:id="rId10"/>
    <p:sldId id="264" r:id="rId11"/>
    <p:sldId id="276" r:id="rId12"/>
  </p:sldIdLst>
  <p:sldSz cx="9144000" cy="5143500" type="screen16x9"/>
  <p:notesSz cx="6858000" cy="9144000"/>
  <p:embeddedFontLst>
    <p:embeddedFont>
      <p:font typeface="Epilogue" panose="020B0604020202020204" charset="0"/>
      <p:regular r:id="rId14"/>
      <p:bold r:id="rId15"/>
      <p:italic r:id="rId16"/>
      <p:boldItalic r:id="rId17"/>
    </p:embeddedFont>
    <p:embeddedFont>
      <p:font typeface="Open Sans" panose="020B0606030504020204"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71AE40-F9FC-4724-D4DF-F0ABB02906EF}" v="2" dt="2026-01-30T09:28:23.246"/>
    <p1510:client id="{6A4476B2-7D0D-C84F-40BF-8834A2830B6D}" v="45" dt="2026-01-30T08:46:45.244"/>
    <p1510:client id="{A448A537-42C1-F870-E6A8-591933A44410}" v="1" dt="2026-01-30T00:37:17.497"/>
    <p1510:client id="{B9D8102C-95BE-42D8-AFC4-1484CCBC5CDE}" v="11" dt="2026-01-30T00:35:49.103"/>
  </p1510:revLst>
</p1510:revInfo>
</file>

<file path=ppt/tableStyles.xml><?xml version="1.0" encoding="utf-8"?>
<a:tblStyleLst xmlns:a="http://schemas.openxmlformats.org/drawingml/2006/main" def="{24B9F8D9-46C3-4917-AEB9-8611C348BA1C}">
  <a:tblStyle styleId="{24B9F8D9-46C3-4917-AEB9-8611C348BA1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B5E5954-EDED-40BE-A65F-0210201D7D5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font" Target="fonts/font8.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0966F9-5195-4624-9A33-A132C738F58E}" type="doc">
      <dgm:prSet loTypeId="urn:microsoft.com/office/officeart/2005/8/layout/vList2" loCatId="list" qsTypeId="urn:microsoft.com/office/officeart/2005/8/quickstyle/3d3" qsCatId="3D" csTypeId="urn:microsoft.com/office/officeart/2005/8/colors/colorful2" csCatId="colorful" phldr="1"/>
      <dgm:spPr/>
      <dgm:t>
        <a:bodyPr/>
        <a:lstStyle/>
        <a:p>
          <a:endParaRPr lang="en-US"/>
        </a:p>
      </dgm:t>
    </dgm:pt>
    <dgm:pt modelId="{30ECD35A-B95D-412C-BDE5-D34B7ADC513D}">
      <dgm:prSet/>
      <dgm:spPr/>
      <dgm:t>
        <a:bodyPr/>
        <a:lstStyle/>
        <a:p>
          <a:r>
            <a:rPr lang="en-US" dirty="0"/>
            <a:t>Sortie Internet (</a:t>
          </a:r>
          <a:r>
            <a:rPr lang="en-US" dirty="0" err="1"/>
            <a:t>OPNsense</a:t>
          </a:r>
          <a:r>
            <a:rPr lang="en-US" dirty="0"/>
            <a:t>)</a:t>
          </a:r>
        </a:p>
      </dgm:t>
    </dgm:pt>
    <dgm:pt modelId="{81572843-CC15-43D3-8B70-2173A7F3CCEB}" type="parTrans" cxnId="{A4ADB6DE-A6CC-4275-A7F9-5A99DC0AD69A}">
      <dgm:prSet/>
      <dgm:spPr/>
      <dgm:t>
        <a:bodyPr/>
        <a:lstStyle/>
        <a:p>
          <a:endParaRPr lang="en-US"/>
        </a:p>
      </dgm:t>
    </dgm:pt>
    <dgm:pt modelId="{2320B98D-7A76-4AB8-8AA0-156E6EB45A70}" type="sibTrans" cxnId="{A4ADB6DE-A6CC-4275-A7F9-5A99DC0AD69A}">
      <dgm:prSet/>
      <dgm:spPr/>
      <dgm:t>
        <a:bodyPr/>
        <a:lstStyle/>
        <a:p>
          <a:endParaRPr lang="en-US"/>
        </a:p>
      </dgm:t>
    </dgm:pt>
    <dgm:pt modelId="{395C690E-BD11-4DD4-B64B-71CFC3FBC411}">
      <dgm:prSet/>
      <dgm:spPr/>
      <dgm:t>
        <a:bodyPr/>
        <a:lstStyle/>
        <a:p>
          <a:r>
            <a:rPr lang="fr-CH" dirty="0"/>
            <a:t>Réussi :</a:t>
          </a:r>
          <a:endParaRPr lang="en-US" dirty="0"/>
        </a:p>
      </dgm:t>
    </dgm:pt>
    <dgm:pt modelId="{E8191939-AC76-43EA-B90F-8EF22E65EB4C}" type="parTrans" cxnId="{19C132CF-C8E1-405D-9493-71BD68D33CCB}">
      <dgm:prSet/>
      <dgm:spPr/>
      <dgm:t>
        <a:bodyPr/>
        <a:lstStyle/>
        <a:p>
          <a:endParaRPr lang="en-US"/>
        </a:p>
      </dgm:t>
    </dgm:pt>
    <dgm:pt modelId="{23EA930A-35E2-4982-A55C-A8FADC77A599}" type="sibTrans" cxnId="{19C132CF-C8E1-405D-9493-71BD68D33CCB}">
      <dgm:prSet/>
      <dgm:spPr/>
      <dgm:t>
        <a:bodyPr/>
        <a:lstStyle/>
        <a:p>
          <a:endParaRPr lang="en-US"/>
        </a:p>
      </dgm:t>
    </dgm:pt>
    <dgm:pt modelId="{6EC6A027-F897-4D9A-9D4E-46E4034B8978}">
      <dgm:prSet/>
      <dgm:spPr/>
      <dgm:t>
        <a:bodyPr/>
        <a:lstStyle/>
        <a:p>
          <a:r>
            <a:rPr lang="fr-CH" dirty="0"/>
            <a:t>Services internes</a:t>
          </a:r>
          <a:endParaRPr lang="en-US" dirty="0"/>
        </a:p>
      </dgm:t>
    </dgm:pt>
    <dgm:pt modelId="{72A533D2-9BC1-4B50-8B62-FC909815E191}" type="parTrans" cxnId="{498BF3EA-AEDA-45F5-924A-43600149981A}">
      <dgm:prSet/>
      <dgm:spPr/>
      <dgm:t>
        <a:bodyPr/>
        <a:lstStyle/>
        <a:p>
          <a:endParaRPr lang="en-US"/>
        </a:p>
      </dgm:t>
    </dgm:pt>
    <dgm:pt modelId="{2D2301DD-1ADF-4465-8574-756FE2E11318}" type="sibTrans" cxnId="{498BF3EA-AEDA-45F5-924A-43600149981A}">
      <dgm:prSet/>
      <dgm:spPr/>
      <dgm:t>
        <a:bodyPr/>
        <a:lstStyle/>
        <a:p>
          <a:endParaRPr lang="en-US"/>
        </a:p>
      </dgm:t>
    </dgm:pt>
    <dgm:pt modelId="{1E65D4B3-DB86-443B-A504-DABB701377F2}">
      <dgm:prSet/>
      <dgm:spPr/>
      <dgm:t>
        <a:bodyPr/>
        <a:lstStyle/>
        <a:p>
          <a:r>
            <a:rPr lang="en-US" dirty="0"/>
            <a:t>Communication inter-VLAN</a:t>
          </a:r>
        </a:p>
      </dgm:t>
    </dgm:pt>
    <dgm:pt modelId="{8D1CA3AA-12FC-481E-8FF2-3C979F8E1887}" type="parTrans" cxnId="{550F5F34-9CE8-425D-964A-00C6E11BB10C}">
      <dgm:prSet/>
      <dgm:spPr/>
      <dgm:t>
        <a:bodyPr/>
        <a:lstStyle/>
        <a:p>
          <a:endParaRPr lang="en-US"/>
        </a:p>
      </dgm:t>
    </dgm:pt>
    <dgm:pt modelId="{0BE19394-0783-4D77-9320-DBE1389BC823}" type="sibTrans" cxnId="{550F5F34-9CE8-425D-964A-00C6E11BB10C}">
      <dgm:prSet/>
      <dgm:spPr/>
      <dgm:t>
        <a:bodyPr/>
        <a:lstStyle/>
        <a:p>
          <a:endParaRPr lang="en-US"/>
        </a:p>
      </dgm:t>
    </dgm:pt>
    <dgm:pt modelId="{2ED9545B-B85B-4BA6-AD2A-EC252001E805}">
      <dgm:prSet/>
      <dgm:spPr/>
      <dgm:t>
        <a:bodyPr/>
        <a:lstStyle/>
        <a:p>
          <a:r>
            <a:rPr lang="fr-CH" dirty="0"/>
            <a:t>Bloqué :</a:t>
          </a:r>
        </a:p>
      </dgm:t>
    </dgm:pt>
    <dgm:pt modelId="{60367E69-B3F8-4658-9C9A-FF3E22594253}" type="parTrans" cxnId="{7FBBF06A-AAD6-41FC-AB5E-33CCE93CE246}">
      <dgm:prSet/>
      <dgm:spPr/>
      <dgm:t>
        <a:bodyPr/>
        <a:lstStyle/>
        <a:p>
          <a:endParaRPr lang="fr-CH"/>
        </a:p>
      </dgm:t>
    </dgm:pt>
    <dgm:pt modelId="{05906377-99A4-4D36-A170-4AD9C3C2E6C9}" type="sibTrans" cxnId="{7FBBF06A-AAD6-41FC-AB5E-33CCE93CE246}">
      <dgm:prSet/>
      <dgm:spPr/>
      <dgm:t>
        <a:bodyPr/>
        <a:lstStyle/>
        <a:p>
          <a:endParaRPr lang="fr-CH"/>
        </a:p>
      </dgm:t>
    </dgm:pt>
    <dgm:pt modelId="{2F6FBB99-FB2A-4625-B245-E814BCFE6F74}">
      <dgm:prSet/>
      <dgm:spPr/>
      <dgm:t>
        <a:bodyPr/>
        <a:lstStyle/>
        <a:p>
          <a:r>
            <a:rPr lang="en-US" dirty="0"/>
            <a:t>AD</a:t>
          </a:r>
        </a:p>
      </dgm:t>
    </dgm:pt>
    <dgm:pt modelId="{0A8CE0A9-F93C-402E-8F15-1D9E521D0D4C}" type="parTrans" cxnId="{2A706550-29BE-4D33-B9DD-7B9DE17E09BA}">
      <dgm:prSet/>
      <dgm:spPr/>
      <dgm:t>
        <a:bodyPr/>
        <a:lstStyle/>
        <a:p>
          <a:endParaRPr lang="fr-CH"/>
        </a:p>
      </dgm:t>
    </dgm:pt>
    <dgm:pt modelId="{E4017C95-4A32-475E-8953-26FFF8F3CFB3}" type="sibTrans" cxnId="{2A706550-29BE-4D33-B9DD-7B9DE17E09BA}">
      <dgm:prSet/>
      <dgm:spPr/>
      <dgm:t>
        <a:bodyPr/>
        <a:lstStyle/>
        <a:p>
          <a:endParaRPr lang="fr-CH"/>
        </a:p>
      </dgm:t>
    </dgm:pt>
    <dgm:pt modelId="{12900C9F-83A2-4CC0-91C0-194CEF83C4AC}">
      <dgm:prSet/>
      <dgm:spPr/>
      <dgm:t>
        <a:bodyPr/>
        <a:lstStyle/>
        <a:p>
          <a:r>
            <a:rPr lang="en-US" dirty="0"/>
            <a:t>DNS</a:t>
          </a:r>
        </a:p>
      </dgm:t>
    </dgm:pt>
    <dgm:pt modelId="{AE32CB00-13D9-4495-949A-574DF776B394}" type="parTrans" cxnId="{2AA34778-C2E8-4A15-AE09-56E7AEE9A919}">
      <dgm:prSet/>
      <dgm:spPr/>
      <dgm:t>
        <a:bodyPr/>
        <a:lstStyle/>
        <a:p>
          <a:endParaRPr lang="fr-CH"/>
        </a:p>
      </dgm:t>
    </dgm:pt>
    <dgm:pt modelId="{324DB589-3E8A-4563-8BEB-171154434879}" type="sibTrans" cxnId="{2AA34778-C2E8-4A15-AE09-56E7AEE9A919}">
      <dgm:prSet/>
      <dgm:spPr/>
      <dgm:t>
        <a:bodyPr/>
        <a:lstStyle/>
        <a:p>
          <a:endParaRPr lang="fr-CH"/>
        </a:p>
      </dgm:t>
    </dgm:pt>
    <dgm:pt modelId="{09DA7623-9C84-45A9-9A04-27F111F3E013}">
      <dgm:prSet/>
      <dgm:spPr/>
      <dgm:t>
        <a:bodyPr/>
        <a:lstStyle/>
        <a:p>
          <a:r>
            <a:rPr lang="fr-CH" dirty="0"/>
            <a:t>Impacte :</a:t>
          </a:r>
        </a:p>
      </dgm:t>
    </dgm:pt>
    <dgm:pt modelId="{5FB7CB41-485D-4CDC-A3FD-27271D248BFB}" type="parTrans" cxnId="{A25830E1-7AE1-4BDE-87E7-73A6762C4B8E}">
      <dgm:prSet/>
      <dgm:spPr/>
      <dgm:t>
        <a:bodyPr/>
        <a:lstStyle/>
        <a:p>
          <a:endParaRPr lang="fr-CH"/>
        </a:p>
      </dgm:t>
    </dgm:pt>
    <dgm:pt modelId="{783DDB19-E405-4874-AF3F-D601B5C76346}" type="sibTrans" cxnId="{A25830E1-7AE1-4BDE-87E7-73A6762C4B8E}">
      <dgm:prSet/>
      <dgm:spPr/>
      <dgm:t>
        <a:bodyPr/>
        <a:lstStyle/>
        <a:p>
          <a:endParaRPr lang="fr-CH"/>
        </a:p>
      </dgm:t>
    </dgm:pt>
    <dgm:pt modelId="{529AA8D2-FFC5-40B6-9BA5-274FD3389C08}">
      <dgm:prSet/>
      <dgm:spPr/>
      <dgm:t>
        <a:bodyPr/>
        <a:lstStyle/>
        <a:p>
          <a:r>
            <a:rPr lang="fr-CH" dirty="0"/>
            <a:t>Access Point</a:t>
          </a:r>
        </a:p>
      </dgm:t>
    </dgm:pt>
    <dgm:pt modelId="{AEB05221-AE20-4578-9EAC-00083F652DF0}" type="parTrans" cxnId="{9F830394-9AF7-4649-BF9A-D69A25BCD140}">
      <dgm:prSet/>
      <dgm:spPr/>
      <dgm:t>
        <a:bodyPr/>
        <a:lstStyle/>
        <a:p>
          <a:endParaRPr lang="fr-CH"/>
        </a:p>
      </dgm:t>
    </dgm:pt>
    <dgm:pt modelId="{A7738D58-6E17-43C6-BFD5-C3AE87EECE98}" type="sibTrans" cxnId="{9F830394-9AF7-4649-BF9A-D69A25BCD140}">
      <dgm:prSet/>
      <dgm:spPr/>
      <dgm:t>
        <a:bodyPr/>
        <a:lstStyle/>
        <a:p>
          <a:endParaRPr lang="fr-CH"/>
        </a:p>
      </dgm:t>
    </dgm:pt>
    <dgm:pt modelId="{C3D7BD3A-CE40-4A0B-8DCD-4D7080D3665D}">
      <dgm:prSet/>
      <dgm:spPr/>
      <dgm:t>
        <a:bodyPr/>
        <a:lstStyle/>
        <a:p>
          <a:endParaRPr lang="fr-CH"/>
        </a:p>
      </dgm:t>
    </dgm:pt>
    <dgm:pt modelId="{2E0086E1-E568-4C72-98DC-CFF30618B451}" type="parTrans" cxnId="{C2CB356C-9A58-4620-BC7F-BF2CD44AB1E7}">
      <dgm:prSet/>
      <dgm:spPr/>
      <dgm:t>
        <a:bodyPr/>
        <a:lstStyle/>
        <a:p>
          <a:endParaRPr lang="fr-CH"/>
        </a:p>
      </dgm:t>
    </dgm:pt>
    <dgm:pt modelId="{85BA9C19-C11D-44A3-ACAD-12A68645A2B2}" type="sibTrans" cxnId="{C2CB356C-9A58-4620-BC7F-BF2CD44AB1E7}">
      <dgm:prSet/>
      <dgm:spPr/>
      <dgm:t>
        <a:bodyPr/>
        <a:lstStyle/>
        <a:p>
          <a:endParaRPr lang="fr-CH"/>
        </a:p>
      </dgm:t>
    </dgm:pt>
    <dgm:pt modelId="{688283E3-0A23-4407-8F12-4792C8DC49A5}">
      <dgm:prSet/>
      <dgm:spPr/>
      <dgm:t>
        <a:bodyPr/>
        <a:lstStyle/>
        <a:p>
          <a:r>
            <a:rPr lang="fr-CH" dirty="0"/>
            <a:t>Imprimante</a:t>
          </a:r>
        </a:p>
      </dgm:t>
    </dgm:pt>
    <dgm:pt modelId="{4F510CA4-C107-411D-8C82-84ACFADE2B5F}" type="parTrans" cxnId="{A910A73D-114F-437F-81A0-121F258FAC2E}">
      <dgm:prSet/>
      <dgm:spPr/>
      <dgm:t>
        <a:bodyPr/>
        <a:lstStyle/>
        <a:p>
          <a:endParaRPr lang="fr-CH"/>
        </a:p>
      </dgm:t>
    </dgm:pt>
    <dgm:pt modelId="{A1CB6261-B765-46A6-A08E-9E580D50CCDE}" type="sibTrans" cxnId="{A910A73D-114F-437F-81A0-121F258FAC2E}">
      <dgm:prSet/>
      <dgm:spPr/>
      <dgm:t>
        <a:bodyPr/>
        <a:lstStyle/>
        <a:p>
          <a:endParaRPr lang="fr-CH"/>
        </a:p>
      </dgm:t>
    </dgm:pt>
    <dgm:pt modelId="{D26C807A-80F4-49DD-8CD3-E55170BD0215}" type="pres">
      <dgm:prSet presAssocID="{F80966F9-5195-4624-9A33-A132C738F58E}" presName="linear" presStyleCnt="0">
        <dgm:presLayoutVars>
          <dgm:animLvl val="lvl"/>
          <dgm:resizeHandles val="exact"/>
        </dgm:presLayoutVars>
      </dgm:prSet>
      <dgm:spPr/>
    </dgm:pt>
    <dgm:pt modelId="{ABC10B92-73CE-4CD0-888B-F40A228073F5}" type="pres">
      <dgm:prSet presAssocID="{395C690E-BD11-4DD4-B64B-71CFC3FBC411}" presName="parentText" presStyleLbl="node1" presStyleIdx="0" presStyleCnt="3">
        <dgm:presLayoutVars>
          <dgm:chMax val="0"/>
          <dgm:bulletEnabled val="1"/>
        </dgm:presLayoutVars>
      </dgm:prSet>
      <dgm:spPr/>
    </dgm:pt>
    <dgm:pt modelId="{D4736B8A-FFF3-4063-BE3C-A6B56B5E1D06}" type="pres">
      <dgm:prSet presAssocID="{395C690E-BD11-4DD4-B64B-71CFC3FBC411}" presName="childText" presStyleLbl="revTx" presStyleIdx="0" presStyleCnt="3">
        <dgm:presLayoutVars>
          <dgm:bulletEnabled val="1"/>
        </dgm:presLayoutVars>
      </dgm:prSet>
      <dgm:spPr/>
    </dgm:pt>
    <dgm:pt modelId="{941A5565-43B0-483A-A41C-A71454E5127F}" type="pres">
      <dgm:prSet presAssocID="{2ED9545B-B85B-4BA6-AD2A-EC252001E805}" presName="parentText" presStyleLbl="node1" presStyleIdx="1" presStyleCnt="3" custLinFactNeighborX="-9501" custLinFactNeighborY="1333">
        <dgm:presLayoutVars>
          <dgm:chMax val="0"/>
          <dgm:bulletEnabled val="1"/>
        </dgm:presLayoutVars>
      </dgm:prSet>
      <dgm:spPr/>
    </dgm:pt>
    <dgm:pt modelId="{6C8FF01F-ECA0-4D90-ADFE-48DA5EF32329}" type="pres">
      <dgm:prSet presAssocID="{2ED9545B-B85B-4BA6-AD2A-EC252001E805}" presName="childText" presStyleLbl="revTx" presStyleIdx="1" presStyleCnt="3">
        <dgm:presLayoutVars>
          <dgm:bulletEnabled val="1"/>
        </dgm:presLayoutVars>
      </dgm:prSet>
      <dgm:spPr/>
    </dgm:pt>
    <dgm:pt modelId="{92EFBDAE-CCF3-4E2D-9626-BE2D6038F61C}" type="pres">
      <dgm:prSet presAssocID="{09DA7623-9C84-45A9-9A04-27F111F3E013}" presName="parentText" presStyleLbl="node1" presStyleIdx="2" presStyleCnt="3">
        <dgm:presLayoutVars>
          <dgm:chMax val="0"/>
          <dgm:bulletEnabled val="1"/>
        </dgm:presLayoutVars>
      </dgm:prSet>
      <dgm:spPr/>
    </dgm:pt>
    <dgm:pt modelId="{C4D911BA-E058-4664-B101-61AA9086487C}" type="pres">
      <dgm:prSet presAssocID="{09DA7623-9C84-45A9-9A04-27F111F3E013}" presName="childText" presStyleLbl="revTx" presStyleIdx="2" presStyleCnt="3">
        <dgm:presLayoutVars>
          <dgm:bulletEnabled val="1"/>
        </dgm:presLayoutVars>
      </dgm:prSet>
      <dgm:spPr/>
    </dgm:pt>
  </dgm:ptLst>
  <dgm:cxnLst>
    <dgm:cxn modelId="{DD27532F-5BE9-4521-B9E1-6F53E75CA7C3}" type="presOf" srcId="{529AA8D2-FFC5-40B6-9BA5-274FD3389C08}" destId="{C4D911BA-E058-4664-B101-61AA9086487C}" srcOrd="0" destOrd="0" presId="urn:microsoft.com/office/officeart/2005/8/layout/vList2"/>
    <dgm:cxn modelId="{550F5F34-9CE8-425D-964A-00C6E11BB10C}" srcId="{395C690E-BD11-4DD4-B64B-71CFC3FBC411}" destId="{1E65D4B3-DB86-443B-A504-DABB701377F2}" srcOrd="3" destOrd="0" parTransId="{8D1CA3AA-12FC-481E-8FF2-3C979F8E1887}" sibTransId="{0BE19394-0783-4D77-9320-DBE1389BC823}"/>
    <dgm:cxn modelId="{C688AD37-932F-45A1-9CAF-708ED3D9B2BA}" type="presOf" srcId="{C3D7BD3A-CE40-4A0B-8DCD-4D7080D3665D}" destId="{C4D911BA-E058-4664-B101-61AA9086487C}" srcOrd="0" destOrd="2" presId="urn:microsoft.com/office/officeart/2005/8/layout/vList2"/>
    <dgm:cxn modelId="{A910A73D-114F-437F-81A0-121F258FAC2E}" srcId="{09DA7623-9C84-45A9-9A04-27F111F3E013}" destId="{688283E3-0A23-4407-8F12-4792C8DC49A5}" srcOrd="1" destOrd="0" parTransId="{4F510CA4-C107-411D-8C82-84ACFADE2B5F}" sibTransId="{A1CB6261-B765-46A6-A08E-9E580D50CCDE}"/>
    <dgm:cxn modelId="{60B02362-093D-4903-9EF3-F169794A0B9C}" type="presOf" srcId="{2F6FBB99-FB2A-4625-B245-E814BCFE6F74}" destId="{D4736B8A-FFF3-4063-BE3C-A6B56B5E1D06}" srcOrd="0" destOrd="1" presId="urn:microsoft.com/office/officeart/2005/8/layout/vList2"/>
    <dgm:cxn modelId="{7FBBF06A-AAD6-41FC-AB5E-33CCE93CE246}" srcId="{F80966F9-5195-4624-9A33-A132C738F58E}" destId="{2ED9545B-B85B-4BA6-AD2A-EC252001E805}" srcOrd="1" destOrd="0" parTransId="{60367E69-B3F8-4658-9C9A-FF3E22594253}" sibTransId="{05906377-99A4-4D36-A170-4AD9C3C2E6C9}"/>
    <dgm:cxn modelId="{C2CB356C-9A58-4620-BC7F-BF2CD44AB1E7}" srcId="{09DA7623-9C84-45A9-9A04-27F111F3E013}" destId="{C3D7BD3A-CE40-4A0B-8DCD-4D7080D3665D}" srcOrd="2" destOrd="0" parTransId="{2E0086E1-E568-4C72-98DC-CFF30618B451}" sibTransId="{85BA9C19-C11D-44A3-ACAD-12A68645A2B2}"/>
    <dgm:cxn modelId="{2A706550-29BE-4D33-B9DD-7B9DE17E09BA}" srcId="{395C690E-BD11-4DD4-B64B-71CFC3FBC411}" destId="{2F6FBB99-FB2A-4625-B245-E814BCFE6F74}" srcOrd="1" destOrd="0" parTransId="{0A8CE0A9-F93C-402E-8F15-1D9E521D0D4C}" sibTransId="{E4017C95-4A32-475E-8953-26FFF8F3CFB3}"/>
    <dgm:cxn modelId="{2AA34778-C2E8-4A15-AE09-56E7AEE9A919}" srcId="{395C690E-BD11-4DD4-B64B-71CFC3FBC411}" destId="{12900C9F-83A2-4CC0-91C0-194CEF83C4AC}" srcOrd="2" destOrd="0" parTransId="{AE32CB00-13D9-4495-949A-574DF776B394}" sibTransId="{324DB589-3E8A-4563-8BEB-171154434879}"/>
    <dgm:cxn modelId="{A77BD77D-EBBA-4EC4-B090-41BAE305ED4C}" type="presOf" srcId="{F80966F9-5195-4624-9A33-A132C738F58E}" destId="{D26C807A-80F4-49DD-8CD3-E55170BD0215}" srcOrd="0" destOrd="0" presId="urn:microsoft.com/office/officeart/2005/8/layout/vList2"/>
    <dgm:cxn modelId="{1BD6F187-A60D-43D3-84C2-401AF20DA123}" type="presOf" srcId="{1E65D4B3-DB86-443B-A504-DABB701377F2}" destId="{D4736B8A-FFF3-4063-BE3C-A6B56B5E1D06}" srcOrd="0" destOrd="3" presId="urn:microsoft.com/office/officeart/2005/8/layout/vList2"/>
    <dgm:cxn modelId="{9F830394-9AF7-4649-BF9A-D69A25BCD140}" srcId="{09DA7623-9C84-45A9-9A04-27F111F3E013}" destId="{529AA8D2-FFC5-40B6-9BA5-274FD3389C08}" srcOrd="0" destOrd="0" parTransId="{AEB05221-AE20-4578-9EAC-00083F652DF0}" sibTransId="{A7738D58-6E17-43C6-BFD5-C3AE87EECE98}"/>
    <dgm:cxn modelId="{D4E3C597-94F4-428C-BCBE-5D9FDD73B76F}" type="presOf" srcId="{6EC6A027-F897-4D9A-9D4E-46E4034B8978}" destId="{D4736B8A-FFF3-4063-BE3C-A6B56B5E1D06}" srcOrd="0" destOrd="0" presId="urn:microsoft.com/office/officeart/2005/8/layout/vList2"/>
    <dgm:cxn modelId="{20FB909C-C56E-4442-8F94-9BB5F1EC44ED}" type="presOf" srcId="{688283E3-0A23-4407-8F12-4792C8DC49A5}" destId="{C4D911BA-E058-4664-B101-61AA9086487C}" srcOrd="0" destOrd="1" presId="urn:microsoft.com/office/officeart/2005/8/layout/vList2"/>
    <dgm:cxn modelId="{E16810C0-FFA5-4C11-96C5-29ED29B64C3E}" type="presOf" srcId="{30ECD35A-B95D-412C-BDE5-D34B7ADC513D}" destId="{6C8FF01F-ECA0-4D90-ADFE-48DA5EF32329}" srcOrd="0" destOrd="0" presId="urn:microsoft.com/office/officeart/2005/8/layout/vList2"/>
    <dgm:cxn modelId="{B2A0DEC5-0F6B-47CB-BAD7-9C455B0156C8}" type="presOf" srcId="{12900C9F-83A2-4CC0-91C0-194CEF83C4AC}" destId="{D4736B8A-FFF3-4063-BE3C-A6B56B5E1D06}" srcOrd="0" destOrd="2" presId="urn:microsoft.com/office/officeart/2005/8/layout/vList2"/>
    <dgm:cxn modelId="{19C132CF-C8E1-405D-9493-71BD68D33CCB}" srcId="{F80966F9-5195-4624-9A33-A132C738F58E}" destId="{395C690E-BD11-4DD4-B64B-71CFC3FBC411}" srcOrd="0" destOrd="0" parTransId="{E8191939-AC76-43EA-B90F-8EF22E65EB4C}" sibTransId="{23EA930A-35E2-4982-A55C-A8FADC77A599}"/>
    <dgm:cxn modelId="{CEC263D1-5355-48C1-934F-BBD2839920CC}" type="presOf" srcId="{2ED9545B-B85B-4BA6-AD2A-EC252001E805}" destId="{941A5565-43B0-483A-A41C-A71454E5127F}" srcOrd="0" destOrd="0" presId="urn:microsoft.com/office/officeart/2005/8/layout/vList2"/>
    <dgm:cxn modelId="{BD8462D9-F64F-41FD-A7EC-C6A23FDF7015}" type="presOf" srcId="{09DA7623-9C84-45A9-9A04-27F111F3E013}" destId="{92EFBDAE-CCF3-4E2D-9626-BE2D6038F61C}" srcOrd="0" destOrd="0" presId="urn:microsoft.com/office/officeart/2005/8/layout/vList2"/>
    <dgm:cxn modelId="{A4ADB6DE-A6CC-4275-A7F9-5A99DC0AD69A}" srcId="{2ED9545B-B85B-4BA6-AD2A-EC252001E805}" destId="{30ECD35A-B95D-412C-BDE5-D34B7ADC513D}" srcOrd="0" destOrd="0" parTransId="{81572843-CC15-43D3-8B70-2173A7F3CCEB}" sibTransId="{2320B98D-7A76-4AB8-8AA0-156E6EB45A70}"/>
    <dgm:cxn modelId="{A25830E1-7AE1-4BDE-87E7-73A6762C4B8E}" srcId="{F80966F9-5195-4624-9A33-A132C738F58E}" destId="{09DA7623-9C84-45A9-9A04-27F111F3E013}" srcOrd="2" destOrd="0" parTransId="{5FB7CB41-485D-4CDC-A3FD-27271D248BFB}" sibTransId="{783DDB19-E405-4874-AF3F-D601B5C76346}"/>
    <dgm:cxn modelId="{498BF3EA-AEDA-45F5-924A-43600149981A}" srcId="{395C690E-BD11-4DD4-B64B-71CFC3FBC411}" destId="{6EC6A027-F897-4D9A-9D4E-46E4034B8978}" srcOrd="0" destOrd="0" parTransId="{72A533D2-9BC1-4B50-8B62-FC909815E191}" sibTransId="{2D2301DD-1ADF-4465-8574-756FE2E11318}"/>
    <dgm:cxn modelId="{52292FF4-AAE3-4BD4-9D3F-861108B00531}" type="presOf" srcId="{395C690E-BD11-4DD4-B64B-71CFC3FBC411}" destId="{ABC10B92-73CE-4CD0-888B-F40A228073F5}" srcOrd="0" destOrd="0" presId="urn:microsoft.com/office/officeart/2005/8/layout/vList2"/>
    <dgm:cxn modelId="{EE34FD6B-9DDB-46EB-9EE6-0FB5D552939F}" type="presParOf" srcId="{D26C807A-80F4-49DD-8CD3-E55170BD0215}" destId="{ABC10B92-73CE-4CD0-888B-F40A228073F5}" srcOrd="0" destOrd="0" presId="urn:microsoft.com/office/officeart/2005/8/layout/vList2"/>
    <dgm:cxn modelId="{CBCE324C-BF01-4717-A585-2997E999EEF6}" type="presParOf" srcId="{D26C807A-80F4-49DD-8CD3-E55170BD0215}" destId="{D4736B8A-FFF3-4063-BE3C-A6B56B5E1D06}" srcOrd="1" destOrd="0" presId="urn:microsoft.com/office/officeart/2005/8/layout/vList2"/>
    <dgm:cxn modelId="{77E8A5FC-435F-4122-9D58-9F53761D8AFD}" type="presParOf" srcId="{D26C807A-80F4-49DD-8CD3-E55170BD0215}" destId="{941A5565-43B0-483A-A41C-A71454E5127F}" srcOrd="2" destOrd="0" presId="urn:microsoft.com/office/officeart/2005/8/layout/vList2"/>
    <dgm:cxn modelId="{D6B97E66-3209-4FA0-BAE9-7D51CF1EC781}" type="presParOf" srcId="{D26C807A-80F4-49DD-8CD3-E55170BD0215}" destId="{6C8FF01F-ECA0-4D90-ADFE-48DA5EF32329}" srcOrd="3" destOrd="0" presId="urn:microsoft.com/office/officeart/2005/8/layout/vList2"/>
    <dgm:cxn modelId="{C0D4860C-DA4F-4307-A69C-364987996250}" type="presParOf" srcId="{D26C807A-80F4-49DD-8CD3-E55170BD0215}" destId="{92EFBDAE-CCF3-4E2D-9626-BE2D6038F61C}" srcOrd="4" destOrd="0" presId="urn:microsoft.com/office/officeart/2005/8/layout/vList2"/>
    <dgm:cxn modelId="{6FD94F8D-9D09-4A11-AC18-C8EFAC599CDF}" type="presParOf" srcId="{D26C807A-80F4-49DD-8CD3-E55170BD0215}" destId="{C4D911BA-E058-4664-B101-61AA9086487C}"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C10B92-73CE-4CD0-888B-F40A228073F5}">
      <dsp:nvSpPr>
        <dsp:cNvPr id="0" name=""/>
        <dsp:cNvSpPr/>
      </dsp:nvSpPr>
      <dsp:spPr>
        <a:xfrm>
          <a:off x="0" y="38590"/>
          <a:ext cx="6960229" cy="514800"/>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CH" sz="2200" kern="1200" dirty="0"/>
            <a:t>Réussi :</a:t>
          </a:r>
          <a:endParaRPr lang="en-US" sz="2200" kern="1200" dirty="0"/>
        </a:p>
      </dsp:txBody>
      <dsp:txXfrm>
        <a:off x="25130" y="63720"/>
        <a:ext cx="6909969" cy="464540"/>
      </dsp:txXfrm>
    </dsp:sp>
    <dsp:sp modelId="{D4736B8A-FFF3-4063-BE3C-A6B56B5E1D06}">
      <dsp:nvSpPr>
        <dsp:cNvPr id="0" name=""/>
        <dsp:cNvSpPr/>
      </dsp:nvSpPr>
      <dsp:spPr>
        <a:xfrm>
          <a:off x="0" y="553390"/>
          <a:ext cx="6960229" cy="1115730"/>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22098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fr-CH" sz="1700" kern="1200" dirty="0"/>
            <a:t>Services internes</a:t>
          </a:r>
          <a:endParaRPr lang="en-US" sz="1700" kern="1200" dirty="0"/>
        </a:p>
        <a:p>
          <a:pPr marL="171450" lvl="1" indent="-171450" algn="l" defTabSz="755650">
            <a:lnSpc>
              <a:spcPct val="90000"/>
            </a:lnSpc>
            <a:spcBef>
              <a:spcPct val="0"/>
            </a:spcBef>
            <a:spcAft>
              <a:spcPct val="20000"/>
            </a:spcAft>
            <a:buChar char="•"/>
          </a:pPr>
          <a:r>
            <a:rPr lang="en-US" sz="1700" kern="1200" dirty="0"/>
            <a:t>AD</a:t>
          </a:r>
        </a:p>
        <a:p>
          <a:pPr marL="171450" lvl="1" indent="-171450" algn="l" defTabSz="755650">
            <a:lnSpc>
              <a:spcPct val="90000"/>
            </a:lnSpc>
            <a:spcBef>
              <a:spcPct val="0"/>
            </a:spcBef>
            <a:spcAft>
              <a:spcPct val="20000"/>
            </a:spcAft>
            <a:buChar char="•"/>
          </a:pPr>
          <a:r>
            <a:rPr lang="en-US" sz="1700" kern="1200" dirty="0"/>
            <a:t>DNS</a:t>
          </a:r>
        </a:p>
        <a:p>
          <a:pPr marL="171450" lvl="1" indent="-171450" algn="l" defTabSz="755650">
            <a:lnSpc>
              <a:spcPct val="90000"/>
            </a:lnSpc>
            <a:spcBef>
              <a:spcPct val="0"/>
            </a:spcBef>
            <a:spcAft>
              <a:spcPct val="20000"/>
            </a:spcAft>
            <a:buChar char="•"/>
          </a:pPr>
          <a:r>
            <a:rPr lang="en-US" sz="1700" kern="1200" dirty="0"/>
            <a:t>Communication inter-VLAN</a:t>
          </a:r>
        </a:p>
      </dsp:txBody>
      <dsp:txXfrm>
        <a:off x="0" y="553390"/>
        <a:ext cx="6960229" cy="1115730"/>
      </dsp:txXfrm>
    </dsp:sp>
    <dsp:sp modelId="{941A5565-43B0-483A-A41C-A71454E5127F}">
      <dsp:nvSpPr>
        <dsp:cNvPr id="0" name=""/>
        <dsp:cNvSpPr/>
      </dsp:nvSpPr>
      <dsp:spPr>
        <a:xfrm>
          <a:off x="0" y="1673977"/>
          <a:ext cx="6960229" cy="514800"/>
        </a:xfrm>
        <a:prstGeom prst="roundRect">
          <a:avLst/>
        </a:prstGeom>
        <a:solidFill>
          <a:schemeClr val="accent2">
            <a:hueOff val="310016"/>
            <a:satOff val="15306"/>
            <a:lumOff val="11079"/>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CH" sz="2200" kern="1200" dirty="0"/>
            <a:t>Bloqué :</a:t>
          </a:r>
        </a:p>
      </dsp:txBody>
      <dsp:txXfrm>
        <a:off x="25130" y="1699107"/>
        <a:ext cx="6909969" cy="464540"/>
      </dsp:txXfrm>
    </dsp:sp>
    <dsp:sp modelId="{6C8FF01F-ECA0-4D90-ADFE-48DA5EF32329}">
      <dsp:nvSpPr>
        <dsp:cNvPr id="0" name=""/>
        <dsp:cNvSpPr/>
      </dsp:nvSpPr>
      <dsp:spPr>
        <a:xfrm>
          <a:off x="0" y="2183921"/>
          <a:ext cx="6960229" cy="364320"/>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22098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Sortie Internet (</a:t>
          </a:r>
          <a:r>
            <a:rPr lang="en-US" sz="1700" kern="1200" dirty="0" err="1"/>
            <a:t>OPNsense</a:t>
          </a:r>
          <a:r>
            <a:rPr lang="en-US" sz="1700" kern="1200" dirty="0"/>
            <a:t>)</a:t>
          </a:r>
        </a:p>
      </dsp:txBody>
      <dsp:txXfrm>
        <a:off x="0" y="2183921"/>
        <a:ext cx="6960229" cy="364320"/>
      </dsp:txXfrm>
    </dsp:sp>
    <dsp:sp modelId="{92EFBDAE-CCF3-4E2D-9626-BE2D6038F61C}">
      <dsp:nvSpPr>
        <dsp:cNvPr id="0" name=""/>
        <dsp:cNvSpPr/>
      </dsp:nvSpPr>
      <dsp:spPr>
        <a:xfrm>
          <a:off x="0" y="2548241"/>
          <a:ext cx="6960229" cy="514800"/>
        </a:xfrm>
        <a:prstGeom prst="roundRect">
          <a:avLst/>
        </a:prstGeom>
        <a:solidFill>
          <a:schemeClr val="accent2">
            <a:hueOff val="620032"/>
            <a:satOff val="30612"/>
            <a:lumOff val="22157"/>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CH" sz="2200" kern="1200" dirty="0"/>
            <a:t>Impacte :</a:t>
          </a:r>
        </a:p>
      </dsp:txBody>
      <dsp:txXfrm>
        <a:off x="25130" y="2573371"/>
        <a:ext cx="6909969" cy="464540"/>
      </dsp:txXfrm>
    </dsp:sp>
    <dsp:sp modelId="{C4D911BA-E058-4664-B101-61AA9086487C}">
      <dsp:nvSpPr>
        <dsp:cNvPr id="0" name=""/>
        <dsp:cNvSpPr/>
      </dsp:nvSpPr>
      <dsp:spPr>
        <a:xfrm>
          <a:off x="0" y="3063041"/>
          <a:ext cx="6960229" cy="842490"/>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22098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fr-CH" sz="1700" kern="1200" dirty="0"/>
            <a:t>Access Point</a:t>
          </a:r>
        </a:p>
        <a:p>
          <a:pPr marL="171450" lvl="1" indent="-171450" algn="l" defTabSz="755650">
            <a:lnSpc>
              <a:spcPct val="90000"/>
            </a:lnSpc>
            <a:spcBef>
              <a:spcPct val="0"/>
            </a:spcBef>
            <a:spcAft>
              <a:spcPct val="20000"/>
            </a:spcAft>
            <a:buChar char="•"/>
          </a:pPr>
          <a:r>
            <a:rPr lang="fr-CH" sz="1700" kern="1200" dirty="0"/>
            <a:t>Imprimante</a:t>
          </a:r>
        </a:p>
        <a:p>
          <a:pPr marL="171450" lvl="1" indent="-171450" algn="l" defTabSz="755650">
            <a:lnSpc>
              <a:spcPct val="90000"/>
            </a:lnSpc>
            <a:spcBef>
              <a:spcPct val="0"/>
            </a:spcBef>
            <a:spcAft>
              <a:spcPct val="20000"/>
            </a:spcAft>
            <a:buChar char="•"/>
          </a:pPr>
          <a:endParaRPr lang="fr-CH" sz="1700" kern="1200"/>
        </a:p>
      </dsp:txBody>
      <dsp:txXfrm>
        <a:off x="0" y="3063041"/>
        <a:ext cx="6960229" cy="84249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fr-FR"/>
              <a:t>Bonjour, je m’appelle Rafael et je suis avec Wyatt, Enzo et </a:t>
            </a:r>
            <a:r>
              <a:rPr lang="fr-FR" err="1"/>
              <a:t>Pavlo</a:t>
            </a:r>
            <a:r>
              <a:rPr lang="fr-FR"/>
              <a:t>. Aujourd’hui, on vous présente notre projet </a:t>
            </a:r>
            <a:r>
              <a:rPr lang="fr-FR" err="1"/>
              <a:t>intersemestre</a:t>
            </a:r>
            <a:r>
              <a:rPr lang="fr-FR"/>
              <a:t>, créer tout le réseau d’une entreprise fictive. Le but est simple, avoir un réseau qui marche, qui est bien protégé, et sur lequel on peut ajouter des services sans tout casser.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4" name="Google Shape;964;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Dans une entreprise, si le réseau est mal fait, on a vite trois soucis. D’abord ça bug, ensuite les services internes peuvent tomber, et surtout il peut y avoir des failles de sécurité. Donc notre objectif était de faire une base propre, gérer les utilisateurs, organiser le réseau, et limiter qui a accès à quoi.</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Notre solution se base sur trois points. Le premier, </a:t>
            </a:r>
            <a:r>
              <a:rPr lang="fr-FR" dirty="0" err="1"/>
              <a:t>Proxmox</a:t>
            </a:r>
            <a:r>
              <a:rPr lang="fr-FR" dirty="0"/>
              <a:t>, qui nous permet de mettre nos serveurs en machines virtuelles, tous au même endroit. Le deuxième, un Windows Server avec Active Directory, DNS et DHCP, pour gérer les comptes, les noms du réseau, et donner les adresses IP automatiquement. Le troisième, </a:t>
            </a:r>
            <a:r>
              <a:rPr lang="fr-FR" dirty="0" err="1"/>
              <a:t>OPNsense</a:t>
            </a:r>
            <a:r>
              <a:rPr lang="fr-FR" dirty="0"/>
              <a:t> avec des VLAN, pour séparer le réseau en plusieurs zones et éviter que tout soit mélangé.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3484897fde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1" name="Google Shape;1101;g3484897fde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Concrètement, on a </a:t>
            </a:r>
            <a:r>
              <a:rPr lang="fr-FR" dirty="0" err="1"/>
              <a:t>OPNsense</a:t>
            </a:r>
            <a:r>
              <a:rPr lang="fr-FR" dirty="0"/>
              <a:t> comme porte d’entrée du réseau, un switch qui distribue la connexion, puis plusieurs zones, les PC, les serveurs, et la zone d’administration. Côté serveurs, </a:t>
            </a:r>
            <a:r>
              <a:rPr lang="fr-FR" dirty="0" err="1"/>
              <a:t>Proxmox</a:t>
            </a:r>
            <a:r>
              <a:rPr lang="fr-FR" dirty="0"/>
              <a:t> héberge le serveur Active Directory, DNS et DHCP, un serveur Linux pour un site interne, et un stockage central avec un NAS. L’objectif, c’est que tout soit accessible facilement, mais avec des accès contrôlés entre les zones.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2" name="Google Shape;1132;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Ce qu’on a réussi, c’est que les services internes marchent. Active Directory fonctionne, le DNS répond, et les zones communiquent comme prévu. Ce qu’on n’a pas fini, c’est la sortie internet via </a:t>
            </a:r>
            <a:r>
              <a:rPr lang="fr-FR" dirty="0" err="1"/>
              <a:t>OPNsense</a:t>
            </a:r>
            <a:r>
              <a:rPr lang="fr-FR" dirty="0"/>
              <a:t>. Et sans internet, on ne peut pas terminer certaines choses, comme le Wi-Fi, l’imprimante, et quelques tests. On pense que ça vient soit du chemin vers internet, soit de la traduction d’adresses, soit des règles de sécurité.</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Pour conclure, on a construit une bonne base d’entreprise avec des serveurs virtuels, des services internes, et une séparation du réseau. La suite, c’est de remettre internet, puis terminer le Wi-Fi et l’imprimante, et refaire tous les tests. </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5"/>
        <p:cNvGrpSpPr/>
        <p:nvPr/>
      </p:nvGrpSpPr>
      <p:grpSpPr>
        <a:xfrm>
          <a:off x="0" y="0"/>
          <a:ext cx="0" cy="0"/>
          <a:chOff x="0" y="0"/>
          <a:chExt cx="0" cy="0"/>
        </a:xfrm>
      </p:grpSpPr>
      <p:sp>
        <p:nvSpPr>
          <p:cNvPr id="1486" name="Google Shape;1486;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7" name="Google Shape;1487;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Merci pour votre attention, on est prêts pour vos questions.</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44500"/>
            <a:ext cx="4112100" cy="23787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00">
                <a:latin typeface="Epilogue"/>
                <a:ea typeface="Epilogue"/>
                <a:cs typeface="Epilogue"/>
                <a:sym typeface="Epilogu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23200"/>
            <a:ext cx="4112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Lato"/>
                <a:ea typeface="Lato"/>
                <a:cs typeface="Lato"/>
                <a:sym typeface="La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rot="10800000">
            <a:off x="-1604593" y="-845132"/>
            <a:ext cx="3281418" cy="2132806"/>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9899992" flipH="1">
            <a:off x="-1515196" y="4121356"/>
            <a:ext cx="3953580" cy="192177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2"/>
        <p:cNvGrpSpPr/>
        <p:nvPr/>
      </p:nvGrpSpPr>
      <p:grpSpPr>
        <a:xfrm>
          <a:off x="0" y="0"/>
          <a:ext cx="0" cy="0"/>
          <a:chOff x="0" y="0"/>
          <a:chExt cx="0" cy="0"/>
        </a:xfrm>
      </p:grpSpPr>
      <p:sp>
        <p:nvSpPr>
          <p:cNvPr id="113" name="Google Shape;11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4" name="Google Shape;114;p5"/>
          <p:cNvSpPr txBox="1">
            <a:spLocks noGrp="1"/>
          </p:cNvSpPr>
          <p:nvPr>
            <p:ph type="subTitle" idx="1"/>
          </p:nvPr>
        </p:nvSpPr>
        <p:spPr>
          <a:xfrm>
            <a:off x="4679150" y="2453574"/>
            <a:ext cx="3384300" cy="11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5" name="Google Shape;115;p5"/>
          <p:cNvSpPr txBox="1">
            <a:spLocks noGrp="1"/>
          </p:cNvSpPr>
          <p:nvPr>
            <p:ph type="subTitle" idx="2"/>
          </p:nvPr>
        </p:nvSpPr>
        <p:spPr>
          <a:xfrm>
            <a:off x="1080525" y="2453574"/>
            <a:ext cx="3384300" cy="11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5"/>
          <p:cNvSpPr txBox="1">
            <a:spLocks noGrp="1"/>
          </p:cNvSpPr>
          <p:nvPr>
            <p:ph type="subTitle" idx="3"/>
          </p:nvPr>
        </p:nvSpPr>
        <p:spPr>
          <a:xfrm>
            <a:off x="1080536" y="1817200"/>
            <a:ext cx="33843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7" name="Google Shape;117;p5"/>
          <p:cNvSpPr txBox="1">
            <a:spLocks noGrp="1"/>
          </p:cNvSpPr>
          <p:nvPr>
            <p:ph type="subTitle" idx="4"/>
          </p:nvPr>
        </p:nvSpPr>
        <p:spPr>
          <a:xfrm>
            <a:off x="4679164" y="1817200"/>
            <a:ext cx="33843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8" name="Google Shape;118;p5"/>
          <p:cNvSpPr/>
          <p:nvPr/>
        </p:nvSpPr>
        <p:spPr>
          <a:xfrm rot="5551952">
            <a:off x="-721531" y="4084618"/>
            <a:ext cx="2053998" cy="1765206"/>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rot="-460685">
            <a:off x="-850641" y="-888875"/>
            <a:ext cx="2082611" cy="168399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rot="3259731">
            <a:off x="7063135" y="-804478"/>
            <a:ext cx="3168421" cy="256197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811975" y="1032900"/>
            <a:ext cx="2804400" cy="1006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8" name="Google Shape;138;p7"/>
          <p:cNvSpPr txBox="1">
            <a:spLocks noGrp="1"/>
          </p:cNvSpPr>
          <p:nvPr>
            <p:ph type="subTitle" idx="1"/>
          </p:nvPr>
        </p:nvSpPr>
        <p:spPr>
          <a:xfrm>
            <a:off x="811975" y="2039700"/>
            <a:ext cx="4294800" cy="207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139" name="Google Shape;139;p7"/>
          <p:cNvSpPr>
            <a:spLocks noGrp="1"/>
          </p:cNvSpPr>
          <p:nvPr>
            <p:ph type="pic" idx="2"/>
          </p:nvPr>
        </p:nvSpPr>
        <p:spPr>
          <a:xfrm>
            <a:off x="5668975" y="1076550"/>
            <a:ext cx="2990400" cy="2990400"/>
          </a:xfrm>
          <a:prstGeom prst="roundRect">
            <a:avLst>
              <a:gd name="adj" fmla="val 16667"/>
            </a:avLst>
          </a:prstGeom>
          <a:noFill/>
          <a:ln>
            <a:noFill/>
          </a:ln>
        </p:spPr>
      </p:sp>
      <p:sp>
        <p:nvSpPr>
          <p:cNvPr id="140" name="Google Shape;140;p7"/>
          <p:cNvSpPr/>
          <p:nvPr/>
        </p:nvSpPr>
        <p:spPr>
          <a:xfrm rot="-2381697">
            <a:off x="-1265120" y="-661594"/>
            <a:ext cx="3096202" cy="2008988"/>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p:nvPr/>
        </p:nvSpPr>
        <p:spPr>
          <a:xfrm rot="-7296874">
            <a:off x="-735040" y="4231574"/>
            <a:ext cx="2036053" cy="150886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 name="Google Shape;142;p7"/>
          <p:cNvGrpSpPr/>
          <p:nvPr/>
        </p:nvGrpSpPr>
        <p:grpSpPr>
          <a:xfrm>
            <a:off x="65066" y="4373044"/>
            <a:ext cx="878158" cy="654532"/>
            <a:chOff x="1114425" y="4361211"/>
            <a:chExt cx="573023" cy="427101"/>
          </a:xfrm>
        </p:grpSpPr>
        <p:grpSp>
          <p:nvGrpSpPr>
            <p:cNvPr id="143" name="Google Shape;143;p7"/>
            <p:cNvGrpSpPr/>
            <p:nvPr/>
          </p:nvGrpSpPr>
          <p:grpSpPr>
            <a:xfrm>
              <a:off x="1114425" y="4361211"/>
              <a:ext cx="573023" cy="427101"/>
              <a:chOff x="1114425" y="4361211"/>
              <a:chExt cx="573023" cy="427101"/>
            </a:xfrm>
          </p:grpSpPr>
          <p:sp>
            <p:nvSpPr>
              <p:cNvPr id="144" name="Google Shape;144;p7"/>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 name="Google Shape;145;p7"/>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 name="Google Shape;146;p7"/>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7" name="Google Shape;147;p7"/>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8"/>
        <p:cNvGrpSpPr/>
        <p:nvPr/>
      </p:nvGrpSpPr>
      <p:grpSpPr>
        <a:xfrm>
          <a:off x="0" y="0"/>
          <a:ext cx="0" cy="0"/>
          <a:chOff x="0" y="0"/>
          <a:chExt cx="0" cy="0"/>
        </a:xfrm>
      </p:grpSpPr>
      <p:sp>
        <p:nvSpPr>
          <p:cNvPr id="149" name="Google Shape;149;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50" name="Google Shape;150;p8"/>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rot="-4592116" flipH="1">
            <a:off x="6189" y="113200"/>
            <a:ext cx="642877" cy="51982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3"/>
        <p:cNvGrpSpPr/>
        <p:nvPr/>
      </p:nvGrpSpPr>
      <p:grpSpPr>
        <a:xfrm>
          <a:off x="0" y="0"/>
          <a:ext cx="0" cy="0"/>
          <a:chOff x="0" y="0"/>
          <a:chExt cx="0" cy="0"/>
        </a:xfrm>
      </p:grpSpPr>
      <p:sp>
        <p:nvSpPr>
          <p:cNvPr id="154" name="Google Shape;154;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55" name="Google Shape;155;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6" name="Google Shape;156;p9"/>
          <p:cNvSpPr/>
          <p:nvPr/>
        </p:nvSpPr>
        <p:spPr>
          <a:xfrm rot="3263452">
            <a:off x="-163955"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rot="-460623">
            <a:off x="-1793263"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rot="4592047">
            <a:off x="7797256" y="593203"/>
            <a:ext cx="1475158" cy="119280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3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40"/>
        <p:cNvGrpSpPr/>
        <p:nvPr/>
      </p:nvGrpSpPr>
      <p:grpSpPr>
        <a:xfrm>
          <a:off x="0" y="0"/>
          <a:ext cx="0" cy="0"/>
          <a:chOff x="0" y="0"/>
          <a:chExt cx="0" cy="0"/>
        </a:xfrm>
      </p:grpSpPr>
      <p:sp>
        <p:nvSpPr>
          <p:cNvPr id="241" name="Google Shape;24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2" name="Google Shape;242;p13"/>
          <p:cNvSpPr txBox="1">
            <a:spLocks noGrp="1"/>
          </p:cNvSpPr>
          <p:nvPr>
            <p:ph type="title" idx="2" hasCustomPrompt="1"/>
          </p:nvPr>
        </p:nvSpPr>
        <p:spPr>
          <a:xfrm>
            <a:off x="1100975" y="1203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3" name="Google Shape;243;p13"/>
          <p:cNvSpPr txBox="1">
            <a:spLocks noGrp="1"/>
          </p:cNvSpPr>
          <p:nvPr>
            <p:ph type="title" idx="3" hasCustomPrompt="1"/>
          </p:nvPr>
        </p:nvSpPr>
        <p:spPr>
          <a:xfrm>
            <a:off x="1100975" y="278920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4" name="Google Shape;244;p13"/>
          <p:cNvSpPr txBox="1">
            <a:spLocks noGrp="1"/>
          </p:cNvSpPr>
          <p:nvPr>
            <p:ph type="title" idx="4" hasCustomPrompt="1"/>
          </p:nvPr>
        </p:nvSpPr>
        <p:spPr>
          <a:xfrm>
            <a:off x="3419250" y="1203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5" name="Google Shape;245;p13"/>
          <p:cNvSpPr txBox="1">
            <a:spLocks noGrp="1"/>
          </p:cNvSpPr>
          <p:nvPr>
            <p:ph type="title" idx="5" hasCustomPrompt="1"/>
          </p:nvPr>
        </p:nvSpPr>
        <p:spPr>
          <a:xfrm>
            <a:off x="3419250" y="278920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6" name="Google Shape;246;p13"/>
          <p:cNvSpPr txBox="1">
            <a:spLocks noGrp="1"/>
          </p:cNvSpPr>
          <p:nvPr>
            <p:ph type="title" idx="6" hasCustomPrompt="1"/>
          </p:nvPr>
        </p:nvSpPr>
        <p:spPr>
          <a:xfrm>
            <a:off x="5737525" y="1203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7" name="Google Shape;247;p13"/>
          <p:cNvSpPr txBox="1">
            <a:spLocks noGrp="1"/>
          </p:cNvSpPr>
          <p:nvPr>
            <p:ph type="title" idx="7" hasCustomPrompt="1"/>
          </p:nvPr>
        </p:nvSpPr>
        <p:spPr>
          <a:xfrm>
            <a:off x="5737525" y="278920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8" name="Google Shape;248;p13"/>
          <p:cNvSpPr txBox="1">
            <a:spLocks noGrp="1"/>
          </p:cNvSpPr>
          <p:nvPr>
            <p:ph type="subTitle" idx="1"/>
          </p:nvPr>
        </p:nvSpPr>
        <p:spPr>
          <a:xfrm>
            <a:off x="1100975" y="19124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49" name="Google Shape;249;p13"/>
          <p:cNvSpPr txBox="1">
            <a:spLocks noGrp="1"/>
          </p:cNvSpPr>
          <p:nvPr>
            <p:ph type="subTitle" idx="8"/>
          </p:nvPr>
        </p:nvSpPr>
        <p:spPr>
          <a:xfrm>
            <a:off x="3419250" y="19124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0" name="Google Shape;250;p13"/>
          <p:cNvSpPr txBox="1">
            <a:spLocks noGrp="1"/>
          </p:cNvSpPr>
          <p:nvPr>
            <p:ph type="subTitle" idx="9"/>
          </p:nvPr>
        </p:nvSpPr>
        <p:spPr>
          <a:xfrm>
            <a:off x="5737525" y="19124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1" name="Google Shape;251;p13"/>
          <p:cNvSpPr txBox="1">
            <a:spLocks noGrp="1"/>
          </p:cNvSpPr>
          <p:nvPr>
            <p:ph type="subTitle" idx="13"/>
          </p:nvPr>
        </p:nvSpPr>
        <p:spPr>
          <a:xfrm>
            <a:off x="1100975" y="3498350"/>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2" name="Google Shape;252;p13"/>
          <p:cNvSpPr txBox="1">
            <a:spLocks noGrp="1"/>
          </p:cNvSpPr>
          <p:nvPr>
            <p:ph type="subTitle" idx="14"/>
          </p:nvPr>
        </p:nvSpPr>
        <p:spPr>
          <a:xfrm>
            <a:off x="3419250" y="3498350"/>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3" name="Google Shape;253;p13"/>
          <p:cNvSpPr txBox="1">
            <a:spLocks noGrp="1"/>
          </p:cNvSpPr>
          <p:nvPr>
            <p:ph type="subTitle" idx="15"/>
          </p:nvPr>
        </p:nvSpPr>
        <p:spPr>
          <a:xfrm>
            <a:off x="5737525" y="3498350"/>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4" name="Google Shape;254;p13"/>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3"/>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256;p13"/>
          <p:cNvGrpSpPr/>
          <p:nvPr/>
        </p:nvGrpSpPr>
        <p:grpSpPr>
          <a:xfrm>
            <a:off x="8114970" y="266839"/>
            <a:ext cx="829992" cy="750888"/>
            <a:chOff x="8114596" y="445039"/>
            <a:chExt cx="633002" cy="572716"/>
          </a:xfrm>
        </p:grpSpPr>
        <p:grpSp>
          <p:nvGrpSpPr>
            <p:cNvPr id="257" name="Google Shape;257;p13"/>
            <p:cNvGrpSpPr/>
            <p:nvPr/>
          </p:nvGrpSpPr>
          <p:grpSpPr>
            <a:xfrm>
              <a:off x="8114596" y="445039"/>
              <a:ext cx="633002" cy="572716"/>
              <a:chOff x="7189660" y="520827"/>
              <a:chExt cx="598074" cy="541115"/>
            </a:xfrm>
          </p:grpSpPr>
          <p:sp>
            <p:nvSpPr>
              <p:cNvPr id="258" name="Google Shape;258;p13"/>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59" name="Google Shape;259;p13"/>
              <p:cNvGrpSpPr/>
              <p:nvPr/>
            </p:nvGrpSpPr>
            <p:grpSpPr>
              <a:xfrm>
                <a:off x="7579137" y="551973"/>
                <a:ext cx="164782" cy="41529"/>
                <a:chOff x="7579137" y="551973"/>
                <a:chExt cx="164782" cy="41529"/>
              </a:xfrm>
            </p:grpSpPr>
            <p:sp>
              <p:nvSpPr>
                <p:cNvPr id="260" name="Google Shape;260;p13"/>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 name="Google Shape;261;p13"/>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13"/>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63" name="Google Shape;263;p13"/>
            <p:cNvGrpSpPr/>
            <p:nvPr/>
          </p:nvGrpSpPr>
          <p:grpSpPr>
            <a:xfrm>
              <a:off x="8184962" y="619646"/>
              <a:ext cx="498115" cy="257273"/>
              <a:chOff x="7256144" y="685800"/>
              <a:chExt cx="470630" cy="243077"/>
            </a:xfrm>
          </p:grpSpPr>
          <p:sp>
            <p:nvSpPr>
              <p:cNvPr id="264" name="Google Shape;264;p13"/>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65" name="Google Shape;265;p13"/>
              <p:cNvGrpSpPr/>
              <p:nvPr/>
            </p:nvGrpSpPr>
            <p:grpSpPr>
              <a:xfrm>
                <a:off x="7512843" y="685800"/>
                <a:ext cx="213931" cy="243077"/>
                <a:chOff x="7512843" y="685800"/>
                <a:chExt cx="213931" cy="243077"/>
              </a:xfrm>
            </p:grpSpPr>
            <p:grpSp>
              <p:nvGrpSpPr>
                <p:cNvPr id="266" name="Google Shape;266;p13"/>
                <p:cNvGrpSpPr/>
                <p:nvPr/>
              </p:nvGrpSpPr>
              <p:grpSpPr>
                <a:xfrm>
                  <a:off x="7512843" y="836580"/>
                  <a:ext cx="213931" cy="92297"/>
                  <a:chOff x="7512843" y="836580"/>
                  <a:chExt cx="213931" cy="92297"/>
                </a:xfrm>
              </p:grpSpPr>
              <p:sp>
                <p:nvSpPr>
                  <p:cNvPr id="267" name="Google Shape;267;p13"/>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13"/>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9" name="Google Shape;269;p13"/>
                <p:cNvGrpSpPr/>
                <p:nvPr/>
              </p:nvGrpSpPr>
              <p:grpSpPr>
                <a:xfrm>
                  <a:off x="7512843" y="761238"/>
                  <a:ext cx="213931" cy="92296"/>
                  <a:chOff x="7512843" y="761238"/>
                  <a:chExt cx="213931" cy="92296"/>
                </a:xfrm>
              </p:grpSpPr>
              <p:sp>
                <p:nvSpPr>
                  <p:cNvPr id="270" name="Google Shape;270;p13"/>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13"/>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72" name="Google Shape;272;p13"/>
                <p:cNvGrpSpPr/>
                <p:nvPr/>
              </p:nvGrpSpPr>
              <p:grpSpPr>
                <a:xfrm>
                  <a:off x="7512843" y="685800"/>
                  <a:ext cx="213931" cy="92297"/>
                  <a:chOff x="7512843" y="685800"/>
                  <a:chExt cx="213931" cy="92297"/>
                </a:xfrm>
              </p:grpSpPr>
              <p:sp>
                <p:nvSpPr>
                  <p:cNvPr id="273" name="Google Shape;273;p13"/>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13"/>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
        <p:nvSpPr>
          <p:cNvPr id="275" name="Google Shape;275;p13"/>
          <p:cNvSpPr/>
          <p:nvPr/>
        </p:nvSpPr>
        <p:spPr>
          <a:xfrm>
            <a:off x="62832" y="4828541"/>
            <a:ext cx="734045" cy="45268"/>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76" name="Google Shape;276;p13"/>
          <p:cNvGrpSpPr/>
          <p:nvPr/>
        </p:nvGrpSpPr>
        <p:grpSpPr>
          <a:xfrm>
            <a:off x="103395" y="3891186"/>
            <a:ext cx="668783" cy="959747"/>
            <a:chOff x="10519314" y="4728596"/>
            <a:chExt cx="751780" cy="1078731"/>
          </a:xfrm>
        </p:grpSpPr>
        <p:grpSp>
          <p:nvGrpSpPr>
            <p:cNvPr id="277" name="Google Shape;277;p13"/>
            <p:cNvGrpSpPr/>
            <p:nvPr/>
          </p:nvGrpSpPr>
          <p:grpSpPr>
            <a:xfrm>
              <a:off x="10519314" y="4728596"/>
              <a:ext cx="626662" cy="1078731"/>
              <a:chOff x="10519314" y="4728596"/>
              <a:chExt cx="626662" cy="1078731"/>
            </a:xfrm>
          </p:grpSpPr>
          <p:grpSp>
            <p:nvGrpSpPr>
              <p:cNvPr id="278" name="Google Shape;278;p13"/>
              <p:cNvGrpSpPr/>
              <p:nvPr/>
            </p:nvGrpSpPr>
            <p:grpSpPr>
              <a:xfrm>
                <a:off x="10903220" y="4888205"/>
                <a:ext cx="242756" cy="919122"/>
                <a:chOff x="10903220" y="4888205"/>
                <a:chExt cx="242756" cy="919122"/>
              </a:xfrm>
            </p:grpSpPr>
            <p:sp>
              <p:nvSpPr>
                <p:cNvPr id="279" name="Google Shape;279;p13"/>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 name="Google Shape;280;p13"/>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 name="Google Shape;281;p13"/>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82" name="Google Shape;282;p13"/>
                <p:cNvGrpSpPr/>
                <p:nvPr/>
              </p:nvGrpSpPr>
              <p:grpSpPr>
                <a:xfrm>
                  <a:off x="11014221" y="5588618"/>
                  <a:ext cx="100021" cy="114784"/>
                  <a:chOff x="11014221" y="5588618"/>
                  <a:chExt cx="100021" cy="114784"/>
                </a:xfrm>
              </p:grpSpPr>
              <p:sp>
                <p:nvSpPr>
                  <p:cNvPr id="283" name="Google Shape;283;p13"/>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 name="Google Shape;284;p13"/>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 name="Google Shape;285;p13"/>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 name="Google Shape;286;p13"/>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87" name="Google Shape;287;p13"/>
              <p:cNvGrpSpPr/>
              <p:nvPr/>
            </p:nvGrpSpPr>
            <p:grpSpPr>
              <a:xfrm>
                <a:off x="10718623" y="4728596"/>
                <a:ext cx="229169" cy="1075979"/>
                <a:chOff x="10718623" y="4728596"/>
                <a:chExt cx="229169" cy="1075979"/>
              </a:xfrm>
            </p:grpSpPr>
            <p:sp>
              <p:nvSpPr>
                <p:cNvPr id="288" name="Google Shape;288;p13"/>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 name="Google Shape;289;p13"/>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0" name="Google Shape;290;p13"/>
                <p:cNvGrpSpPr/>
                <p:nvPr/>
              </p:nvGrpSpPr>
              <p:grpSpPr>
                <a:xfrm>
                  <a:off x="10765015" y="5040134"/>
                  <a:ext cx="116314" cy="49775"/>
                  <a:chOff x="10765015" y="5040134"/>
                  <a:chExt cx="116314" cy="49775"/>
                </a:xfrm>
              </p:grpSpPr>
              <p:sp>
                <p:nvSpPr>
                  <p:cNvPr id="291" name="Google Shape;291;p13"/>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 name="Google Shape;292;p13"/>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3" name="Google Shape;293;p13"/>
                <p:cNvGrpSpPr/>
                <p:nvPr/>
              </p:nvGrpSpPr>
              <p:grpSpPr>
                <a:xfrm>
                  <a:off x="10784825" y="5436314"/>
                  <a:ext cx="116414" cy="49961"/>
                  <a:chOff x="10784825" y="5436314"/>
                  <a:chExt cx="116414" cy="49961"/>
                </a:xfrm>
              </p:grpSpPr>
              <p:sp>
                <p:nvSpPr>
                  <p:cNvPr id="294" name="Google Shape;294;p13"/>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 name="Google Shape;295;p13"/>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96" name="Google Shape;296;p13"/>
              <p:cNvGrpSpPr/>
              <p:nvPr/>
            </p:nvGrpSpPr>
            <p:grpSpPr>
              <a:xfrm>
                <a:off x="10519314" y="4813458"/>
                <a:ext cx="202120" cy="992123"/>
                <a:chOff x="10519314" y="4813458"/>
                <a:chExt cx="202120" cy="992123"/>
              </a:xfrm>
            </p:grpSpPr>
            <p:sp>
              <p:nvSpPr>
                <p:cNvPr id="297" name="Google Shape;297;p13"/>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13"/>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9" name="Google Shape;299;p13"/>
                <p:cNvGrpSpPr/>
                <p:nvPr/>
              </p:nvGrpSpPr>
              <p:grpSpPr>
                <a:xfrm>
                  <a:off x="10556176" y="5465730"/>
                  <a:ext cx="128397" cy="44196"/>
                  <a:chOff x="10556176" y="5465730"/>
                  <a:chExt cx="128397" cy="44196"/>
                </a:xfrm>
              </p:grpSpPr>
              <p:sp>
                <p:nvSpPr>
                  <p:cNvPr id="300" name="Google Shape;300;p13"/>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 name="Google Shape;301;p13"/>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2" name="Google Shape;302;p13"/>
                <p:cNvGrpSpPr/>
                <p:nvPr/>
              </p:nvGrpSpPr>
              <p:grpSpPr>
                <a:xfrm>
                  <a:off x="10556176" y="5689187"/>
                  <a:ext cx="128397" cy="44196"/>
                  <a:chOff x="10556176" y="5689187"/>
                  <a:chExt cx="128397" cy="44196"/>
                </a:xfrm>
              </p:grpSpPr>
              <p:sp>
                <p:nvSpPr>
                  <p:cNvPr id="303" name="Google Shape;303;p13"/>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 name="Google Shape;304;p13"/>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305" name="Google Shape;305;p13"/>
            <p:cNvGrpSpPr/>
            <p:nvPr/>
          </p:nvGrpSpPr>
          <p:grpSpPr>
            <a:xfrm>
              <a:off x="11058042" y="5088325"/>
              <a:ext cx="213052" cy="717953"/>
              <a:chOff x="11058042" y="5088325"/>
              <a:chExt cx="213052" cy="717953"/>
            </a:xfrm>
          </p:grpSpPr>
          <p:sp>
            <p:nvSpPr>
              <p:cNvPr id="306" name="Google Shape;306;p13"/>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 name="Google Shape;307;p13"/>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08" name="Google Shape;308;p13"/>
          <p:cNvGrpSpPr/>
          <p:nvPr/>
        </p:nvGrpSpPr>
        <p:grpSpPr>
          <a:xfrm>
            <a:off x="150676" y="2823493"/>
            <a:ext cx="516117" cy="779220"/>
            <a:chOff x="10572463" y="3528536"/>
            <a:chExt cx="580168" cy="875823"/>
          </a:xfrm>
        </p:grpSpPr>
        <p:grpSp>
          <p:nvGrpSpPr>
            <p:cNvPr id="309" name="Google Shape;309;p13"/>
            <p:cNvGrpSpPr/>
            <p:nvPr/>
          </p:nvGrpSpPr>
          <p:grpSpPr>
            <a:xfrm>
              <a:off x="10713815" y="3528536"/>
              <a:ext cx="438816" cy="746664"/>
              <a:chOff x="10713815" y="3528536"/>
              <a:chExt cx="438816" cy="746664"/>
            </a:xfrm>
          </p:grpSpPr>
          <p:sp>
            <p:nvSpPr>
              <p:cNvPr id="310" name="Google Shape;310;p13"/>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1" name="Google Shape;311;p13"/>
              <p:cNvGrpSpPr/>
              <p:nvPr/>
            </p:nvGrpSpPr>
            <p:grpSpPr>
              <a:xfrm>
                <a:off x="10776489" y="3625310"/>
                <a:ext cx="313848" cy="288226"/>
                <a:chOff x="10776489" y="3625310"/>
                <a:chExt cx="313848" cy="288226"/>
              </a:xfrm>
            </p:grpSpPr>
            <p:sp>
              <p:nvSpPr>
                <p:cNvPr id="312" name="Google Shape;312;p13"/>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13"/>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13"/>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13"/>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13"/>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13"/>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8" name="Google Shape;318;p13"/>
              <p:cNvGrpSpPr/>
              <p:nvPr/>
            </p:nvGrpSpPr>
            <p:grpSpPr>
              <a:xfrm>
                <a:off x="10776489" y="3999547"/>
                <a:ext cx="313848" cy="181546"/>
                <a:chOff x="10776489" y="3999547"/>
                <a:chExt cx="313848" cy="181546"/>
              </a:xfrm>
            </p:grpSpPr>
            <p:sp>
              <p:nvSpPr>
                <p:cNvPr id="319" name="Google Shape;319;p13"/>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13"/>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13"/>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 name="Google Shape;322;p13"/>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23" name="Google Shape;323;p13"/>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4" name="Google Shape;324;p13"/>
            <p:cNvGrpSpPr/>
            <p:nvPr/>
          </p:nvGrpSpPr>
          <p:grpSpPr>
            <a:xfrm>
              <a:off x="10572463" y="3657790"/>
              <a:ext cx="438817" cy="746569"/>
              <a:chOff x="10572463" y="3657790"/>
              <a:chExt cx="438817" cy="746569"/>
            </a:xfrm>
          </p:grpSpPr>
          <p:sp>
            <p:nvSpPr>
              <p:cNvPr id="325" name="Google Shape;325;p13"/>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26" name="Google Shape;326;p13"/>
              <p:cNvGrpSpPr/>
              <p:nvPr/>
            </p:nvGrpSpPr>
            <p:grpSpPr>
              <a:xfrm>
                <a:off x="10635138" y="3754469"/>
                <a:ext cx="313848" cy="288321"/>
                <a:chOff x="10635138" y="3754469"/>
                <a:chExt cx="313848" cy="288321"/>
              </a:xfrm>
            </p:grpSpPr>
            <p:sp>
              <p:nvSpPr>
                <p:cNvPr id="327" name="Google Shape;327;p13"/>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13"/>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13"/>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 name="Google Shape;330;p13"/>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 name="Google Shape;331;p13"/>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13"/>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3" name="Google Shape;333;p13"/>
              <p:cNvGrpSpPr/>
              <p:nvPr/>
            </p:nvGrpSpPr>
            <p:grpSpPr>
              <a:xfrm>
                <a:off x="10635138" y="4128801"/>
                <a:ext cx="313848" cy="181547"/>
                <a:chOff x="10635138" y="4128801"/>
                <a:chExt cx="313848" cy="181547"/>
              </a:xfrm>
            </p:grpSpPr>
            <p:sp>
              <p:nvSpPr>
                <p:cNvPr id="334" name="Google Shape;334;p13"/>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13"/>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13"/>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13"/>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38" name="Google Shape;338;p13"/>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39" name="Google Shape;339;p13"/>
          <p:cNvGrpSpPr/>
          <p:nvPr/>
        </p:nvGrpSpPr>
        <p:grpSpPr>
          <a:xfrm>
            <a:off x="361835" y="3601018"/>
            <a:ext cx="22030" cy="294484"/>
            <a:chOff x="10809827" y="4402455"/>
            <a:chExt cx="24764" cy="330993"/>
          </a:xfrm>
        </p:grpSpPr>
        <p:sp>
          <p:nvSpPr>
            <p:cNvPr id="340" name="Google Shape;340;p13"/>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 name="Google Shape;341;p13"/>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 name="Google Shape;342;p13"/>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343"/>
        <p:cNvGrpSpPr/>
        <p:nvPr/>
      </p:nvGrpSpPr>
      <p:grpSpPr>
        <a:xfrm>
          <a:off x="0" y="0"/>
          <a:ext cx="0" cy="0"/>
          <a:chOff x="0" y="0"/>
          <a:chExt cx="0" cy="0"/>
        </a:xfrm>
      </p:grpSpPr>
      <p:sp>
        <p:nvSpPr>
          <p:cNvPr id="344" name="Google Shape;344;p14"/>
          <p:cNvSpPr txBox="1">
            <a:spLocks noGrp="1"/>
          </p:cNvSpPr>
          <p:nvPr>
            <p:ph type="title"/>
          </p:nvPr>
        </p:nvSpPr>
        <p:spPr>
          <a:xfrm>
            <a:off x="811975" y="1032900"/>
            <a:ext cx="2804400" cy="10068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45" name="Google Shape;345;p14"/>
          <p:cNvSpPr txBox="1">
            <a:spLocks noGrp="1"/>
          </p:cNvSpPr>
          <p:nvPr>
            <p:ph type="subTitle" idx="1"/>
          </p:nvPr>
        </p:nvSpPr>
        <p:spPr>
          <a:xfrm>
            <a:off x="811975" y="2039700"/>
            <a:ext cx="4294800" cy="2070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a:endParaRPr/>
          </a:p>
        </p:txBody>
      </p:sp>
      <p:sp>
        <p:nvSpPr>
          <p:cNvPr id="346" name="Google Shape;346;p14"/>
          <p:cNvSpPr>
            <a:spLocks noGrp="1"/>
          </p:cNvSpPr>
          <p:nvPr>
            <p:ph type="pic" idx="2"/>
          </p:nvPr>
        </p:nvSpPr>
        <p:spPr>
          <a:xfrm>
            <a:off x="5668975" y="1076550"/>
            <a:ext cx="2990400" cy="2990400"/>
          </a:xfrm>
          <a:prstGeom prst="roundRect">
            <a:avLst>
              <a:gd name="adj" fmla="val 16667"/>
            </a:avLst>
          </a:prstGeom>
          <a:noFill/>
          <a:ln>
            <a:noFill/>
          </a:ln>
        </p:spPr>
      </p:sp>
      <p:sp>
        <p:nvSpPr>
          <p:cNvPr id="347" name="Google Shape;347;p14"/>
          <p:cNvSpPr/>
          <p:nvPr/>
        </p:nvSpPr>
        <p:spPr>
          <a:xfrm rot="-2381697">
            <a:off x="-1265120" y="-661594"/>
            <a:ext cx="3096202" cy="2008988"/>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4"/>
          <p:cNvSpPr/>
          <p:nvPr/>
        </p:nvSpPr>
        <p:spPr>
          <a:xfrm rot="-7296874">
            <a:off x="-735040" y="4231574"/>
            <a:ext cx="2036053" cy="150886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9" name="Google Shape;349;p14"/>
          <p:cNvGrpSpPr/>
          <p:nvPr/>
        </p:nvGrpSpPr>
        <p:grpSpPr>
          <a:xfrm>
            <a:off x="65066" y="4373044"/>
            <a:ext cx="878158" cy="654532"/>
            <a:chOff x="1114425" y="4361211"/>
            <a:chExt cx="573023" cy="427101"/>
          </a:xfrm>
        </p:grpSpPr>
        <p:grpSp>
          <p:nvGrpSpPr>
            <p:cNvPr id="350" name="Google Shape;350;p14"/>
            <p:cNvGrpSpPr/>
            <p:nvPr/>
          </p:nvGrpSpPr>
          <p:grpSpPr>
            <a:xfrm>
              <a:off x="1114425" y="4361211"/>
              <a:ext cx="573023" cy="427101"/>
              <a:chOff x="1114425" y="4361211"/>
              <a:chExt cx="573023" cy="427101"/>
            </a:xfrm>
          </p:grpSpPr>
          <p:sp>
            <p:nvSpPr>
              <p:cNvPr id="351" name="Google Shape;351;p14"/>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2" name="Google Shape;352;p14"/>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3" name="Google Shape;353;p14"/>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54" name="Google Shape;354;p14"/>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ONE_COLUMN_TEXT_1_1">
    <p:spTree>
      <p:nvGrpSpPr>
        <p:cNvPr id="1" name="Shape 355"/>
        <p:cNvGrpSpPr/>
        <p:nvPr/>
      </p:nvGrpSpPr>
      <p:grpSpPr>
        <a:xfrm>
          <a:off x="0" y="0"/>
          <a:ext cx="0" cy="0"/>
          <a:chOff x="0" y="0"/>
          <a:chExt cx="0" cy="0"/>
        </a:xfrm>
      </p:grpSpPr>
      <p:sp>
        <p:nvSpPr>
          <p:cNvPr id="356" name="Google Shape;356;p15"/>
          <p:cNvSpPr txBox="1">
            <a:spLocks noGrp="1"/>
          </p:cNvSpPr>
          <p:nvPr>
            <p:ph type="title"/>
          </p:nvPr>
        </p:nvSpPr>
        <p:spPr>
          <a:xfrm>
            <a:off x="2013850" y="841075"/>
            <a:ext cx="5116200" cy="13905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57" name="Google Shape;357;p15"/>
          <p:cNvSpPr txBox="1">
            <a:spLocks noGrp="1"/>
          </p:cNvSpPr>
          <p:nvPr>
            <p:ph type="subTitle" idx="1"/>
          </p:nvPr>
        </p:nvSpPr>
        <p:spPr>
          <a:xfrm>
            <a:off x="2013850" y="2231525"/>
            <a:ext cx="5116200" cy="2070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a:endParaRPr/>
          </a:p>
        </p:txBody>
      </p:sp>
      <p:sp>
        <p:nvSpPr>
          <p:cNvPr id="358" name="Google Shape;358;p15"/>
          <p:cNvSpPr/>
          <p:nvPr/>
        </p:nvSpPr>
        <p:spPr>
          <a:xfrm rot="9076707" flipH="1">
            <a:off x="7972821" y="-586852"/>
            <a:ext cx="1683799" cy="167281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 name="Google Shape;359;p15"/>
          <p:cNvGrpSpPr/>
          <p:nvPr/>
        </p:nvGrpSpPr>
        <p:grpSpPr>
          <a:xfrm flipH="1">
            <a:off x="683048" y="4696520"/>
            <a:ext cx="325927" cy="404808"/>
            <a:chOff x="7385113" y="1535430"/>
            <a:chExt cx="435673" cy="541115"/>
          </a:xfrm>
        </p:grpSpPr>
        <p:sp>
          <p:nvSpPr>
            <p:cNvPr id="360" name="Google Shape;360;p15"/>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61" name="Google Shape;361;p15"/>
            <p:cNvGrpSpPr/>
            <p:nvPr/>
          </p:nvGrpSpPr>
          <p:grpSpPr>
            <a:xfrm>
              <a:off x="7612094" y="1566576"/>
              <a:ext cx="164781" cy="41529"/>
              <a:chOff x="7612094" y="1566576"/>
              <a:chExt cx="164781" cy="41529"/>
            </a:xfrm>
          </p:grpSpPr>
          <p:sp>
            <p:nvSpPr>
              <p:cNvPr id="362" name="Google Shape;362;p15"/>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3" name="Google Shape;363;p15"/>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4" name="Google Shape;364;p15"/>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65" name="Google Shape;365;p15"/>
          <p:cNvGrpSpPr/>
          <p:nvPr/>
        </p:nvGrpSpPr>
        <p:grpSpPr>
          <a:xfrm flipH="1">
            <a:off x="713902" y="4774546"/>
            <a:ext cx="268636" cy="280965"/>
            <a:chOff x="7420451" y="1639728"/>
            <a:chExt cx="359091" cy="375571"/>
          </a:xfrm>
        </p:grpSpPr>
        <p:sp>
          <p:nvSpPr>
            <p:cNvPr id="366" name="Google Shape;366;p15"/>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7" name="Google Shape;367;p15"/>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68" name="Google Shape;368;p15"/>
          <p:cNvGrpSpPr/>
          <p:nvPr/>
        </p:nvGrpSpPr>
        <p:grpSpPr>
          <a:xfrm flipH="1">
            <a:off x="96200" y="4469347"/>
            <a:ext cx="355444" cy="644072"/>
            <a:chOff x="1945386" y="5582316"/>
            <a:chExt cx="470725" cy="852963"/>
          </a:xfrm>
        </p:grpSpPr>
        <p:grpSp>
          <p:nvGrpSpPr>
            <p:cNvPr id="369" name="Google Shape;369;p15"/>
            <p:cNvGrpSpPr/>
            <p:nvPr/>
          </p:nvGrpSpPr>
          <p:grpSpPr>
            <a:xfrm>
              <a:off x="1945386" y="5582316"/>
              <a:ext cx="470725" cy="852963"/>
              <a:chOff x="1945386" y="5582316"/>
              <a:chExt cx="470725" cy="852963"/>
            </a:xfrm>
          </p:grpSpPr>
          <p:sp>
            <p:nvSpPr>
              <p:cNvPr id="370" name="Google Shape;370;p15"/>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 name="Google Shape;371;p15"/>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72" name="Google Shape;372;p15"/>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3" name="Google Shape;373;p15"/>
          <p:cNvGrpSpPr/>
          <p:nvPr/>
        </p:nvGrpSpPr>
        <p:grpSpPr>
          <a:xfrm>
            <a:off x="7975988" y="116167"/>
            <a:ext cx="1061979" cy="558999"/>
            <a:chOff x="3859815" y="2867310"/>
            <a:chExt cx="1262157" cy="664368"/>
          </a:xfrm>
        </p:grpSpPr>
        <p:sp>
          <p:nvSpPr>
            <p:cNvPr id="374" name="Google Shape;374;p15"/>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75" name="Google Shape;375;p15"/>
            <p:cNvGrpSpPr/>
            <p:nvPr/>
          </p:nvGrpSpPr>
          <p:grpSpPr>
            <a:xfrm>
              <a:off x="4275677" y="3065525"/>
              <a:ext cx="334517" cy="380047"/>
              <a:chOff x="4275677" y="3065525"/>
              <a:chExt cx="334517" cy="380047"/>
            </a:xfrm>
          </p:grpSpPr>
          <p:grpSp>
            <p:nvGrpSpPr>
              <p:cNvPr id="376" name="Google Shape;376;p15"/>
              <p:cNvGrpSpPr/>
              <p:nvPr/>
            </p:nvGrpSpPr>
            <p:grpSpPr>
              <a:xfrm>
                <a:off x="4275677" y="3065525"/>
                <a:ext cx="334517" cy="380047"/>
                <a:chOff x="4275677" y="3065525"/>
                <a:chExt cx="334517" cy="380047"/>
              </a:xfrm>
            </p:grpSpPr>
            <p:grpSp>
              <p:nvGrpSpPr>
                <p:cNvPr id="377" name="Google Shape;377;p15"/>
                <p:cNvGrpSpPr/>
                <p:nvPr/>
              </p:nvGrpSpPr>
              <p:grpSpPr>
                <a:xfrm>
                  <a:off x="4275677" y="3301269"/>
                  <a:ext cx="334422" cy="144303"/>
                  <a:chOff x="4275677" y="3301269"/>
                  <a:chExt cx="334422" cy="144303"/>
                </a:xfrm>
              </p:grpSpPr>
              <p:sp>
                <p:nvSpPr>
                  <p:cNvPr id="378" name="Google Shape;378;p15"/>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9" name="Google Shape;379;p15"/>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0" name="Google Shape;380;p15"/>
                <p:cNvGrpSpPr/>
                <p:nvPr/>
              </p:nvGrpSpPr>
              <p:grpSpPr>
                <a:xfrm>
                  <a:off x="4275677" y="3183350"/>
                  <a:ext cx="334422" cy="144302"/>
                  <a:chOff x="4275677" y="3183350"/>
                  <a:chExt cx="334422" cy="144302"/>
                </a:xfrm>
              </p:grpSpPr>
              <p:sp>
                <p:nvSpPr>
                  <p:cNvPr id="381" name="Google Shape;381;p15"/>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15"/>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3" name="Google Shape;383;p15"/>
                <p:cNvGrpSpPr/>
                <p:nvPr/>
              </p:nvGrpSpPr>
              <p:grpSpPr>
                <a:xfrm>
                  <a:off x="4275677" y="3065525"/>
                  <a:ext cx="334517" cy="144303"/>
                  <a:chOff x="4275677" y="3065525"/>
                  <a:chExt cx="334517" cy="144303"/>
                </a:xfrm>
              </p:grpSpPr>
              <p:sp>
                <p:nvSpPr>
                  <p:cNvPr id="384" name="Google Shape;384;p15"/>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 name="Google Shape;385;p15"/>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386" name="Google Shape;386;p15"/>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7" name="Google Shape;387;p15"/>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8" name="Google Shape;388;p15"/>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89" name="Google Shape;389;p15"/>
          <p:cNvGrpSpPr/>
          <p:nvPr/>
        </p:nvGrpSpPr>
        <p:grpSpPr>
          <a:xfrm rot="5400000" flipH="1">
            <a:off x="557972" y="4696603"/>
            <a:ext cx="16329" cy="218290"/>
            <a:chOff x="10809827" y="4402455"/>
            <a:chExt cx="24764" cy="330993"/>
          </a:xfrm>
        </p:grpSpPr>
        <p:sp>
          <p:nvSpPr>
            <p:cNvPr id="390" name="Google Shape;390;p15"/>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1" name="Google Shape;391;p15"/>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2" name="Google Shape;392;p15"/>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93" name="Google Shape;393;p15"/>
          <p:cNvSpPr/>
          <p:nvPr/>
        </p:nvSpPr>
        <p:spPr>
          <a:xfrm rot="-532595">
            <a:off x="7984139" y="4422751"/>
            <a:ext cx="1661199" cy="134324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5"/>
          <p:cNvSpPr/>
          <p:nvPr/>
        </p:nvSpPr>
        <p:spPr>
          <a:xfrm rot="-5145822" flipH="1">
            <a:off x="-1235221" y="72085"/>
            <a:ext cx="2404292" cy="131859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95"/>
        <p:cNvGrpSpPr/>
        <p:nvPr/>
      </p:nvGrpSpPr>
      <p:grpSpPr>
        <a:xfrm>
          <a:off x="0" y="0"/>
          <a:ext cx="0" cy="0"/>
          <a:chOff x="0" y="0"/>
          <a:chExt cx="0" cy="0"/>
        </a:xfrm>
      </p:grpSpPr>
      <p:sp>
        <p:nvSpPr>
          <p:cNvPr id="396" name="Google Shape;396;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7" name="Google Shape;397;p16"/>
          <p:cNvSpPr txBox="1">
            <a:spLocks noGrp="1"/>
          </p:cNvSpPr>
          <p:nvPr>
            <p:ph type="subTitle" idx="1"/>
          </p:nvPr>
        </p:nvSpPr>
        <p:spPr>
          <a:xfrm>
            <a:off x="937625" y="25798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98" name="Google Shape;398;p16"/>
          <p:cNvSpPr txBox="1">
            <a:spLocks noGrp="1"/>
          </p:cNvSpPr>
          <p:nvPr>
            <p:ph type="subTitle" idx="2"/>
          </p:nvPr>
        </p:nvSpPr>
        <p:spPr>
          <a:xfrm>
            <a:off x="3484347" y="25798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99" name="Google Shape;399;p16"/>
          <p:cNvSpPr txBox="1">
            <a:spLocks noGrp="1"/>
          </p:cNvSpPr>
          <p:nvPr>
            <p:ph type="subTitle" idx="3"/>
          </p:nvPr>
        </p:nvSpPr>
        <p:spPr>
          <a:xfrm>
            <a:off x="6031075" y="25798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0" name="Google Shape;400;p16"/>
          <p:cNvSpPr txBox="1">
            <a:spLocks noGrp="1"/>
          </p:cNvSpPr>
          <p:nvPr>
            <p:ph type="subTitle" idx="4"/>
          </p:nvPr>
        </p:nvSpPr>
        <p:spPr>
          <a:xfrm>
            <a:off x="937625" y="1775401"/>
            <a:ext cx="2175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1" name="Google Shape;401;p16"/>
          <p:cNvSpPr txBox="1">
            <a:spLocks noGrp="1"/>
          </p:cNvSpPr>
          <p:nvPr>
            <p:ph type="subTitle" idx="5"/>
          </p:nvPr>
        </p:nvSpPr>
        <p:spPr>
          <a:xfrm>
            <a:off x="3484350" y="1775401"/>
            <a:ext cx="2175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2" name="Google Shape;402;p16"/>
          <p:cNvSpPr txBox="1">
            <a:spLocks noGrp="1"/>
          </p:cNvSpPr>
          <p:nvPr>
            <p:ph type="subTitle" idx="6"/>
          </p:nvPr>
        </p:nvSpPr>
        <p:spPr>
          <a:xfrm>
            <a:off x="6031075" y="1775401"/>
            <a:ext cx="2175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3" name="Google Shape;403;p16"/>
          <p:cNvSpPr/>
          <p:nvPr/>
        </p:nvSpPr>
        <p:spPr>
          <a:xfrm rot="8800738" flipH="1">
            <a:off x="7902412" y="4181666"/>
            <a:ext cx="1680262" cy="135858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6"/>
          <p:cNvSpPr/>
          <p:nvPr/>
        </p:nvSpPr>
        <p:spPr>
          <a:xfrm rot="-8942362" flipH="1">
            <a:off x="-983149" y="4040244"/>
            <a:ext cx="2474148" cy="200058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6"/>
          <p:cNvSpPr/>
          <p:nvPr/>
        </p:nvSpPr>
        <p:spPr>
          <a:xfrm rot="1554271" flipH="1">
            <a:off x="7563507" y="-664049"/>
            <a:ext cx="2112334" cy="200257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6"/>
          <p:cNvSpPr/>
          <p:nvPr/>
        </p:nvSpPr>
        <p:spPr>
          <a:xfrm>
            <a:off x="62825" y="1725386"/>
            <a:ext cx="606206" cy="37384"/>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07" name="Google Shape;407;p16"/>
          <p:cNvGrpSpPr/>
          <p:nvPr/>
        </p:nvGrpSpPr>
        <p:grpSpPr>
          <a:xfrm>
            <a:off x="96399" y="951293"/>
            <a:ext cx="552408" cy="792759"/>
            <a:chOff x="10519314" y="4728596"/>
            <a:chExt cx="751780" cy="1078731"/>
          </a:xfrm>
        </p:grpSpPr>
        <p:grpSp>
          <p:nvGrpSpPr>
            <p:cNvPr id="408" name="Google Shape;408;p16"/>
            <p:cNvGrpSpPr/>
            <p:nvPr/>
          </p:nvGrpSpPr>
          <p:grpSpPr>
            <a:xfrm>
              <a:off x="10519314" y="4728596"/>
              <a:ext cx="626662" cy="1078731"/>
              <a:chOff x="10519314" y="4728596"/>
              <a:chExt cx="626662" cy="1078731"/>
            </a:xfrm>
          </p:grpSpPr>
          <p:grpSp>
            <p:nvGrpSpPr>
              <p:cNvPr id="409" name="Google Shape;409;p16"/>
              <p:cNvGrpSpPr/>
              <p:nvPr/>
            </p:nvGrpSpPr>
            <p:grpSpPr>
              <a:xfrm>
                <a:off x="10903220" y="4888205"/>
                <a:ext cx="242756" cy="919122"/>
                <a:chOff x="10903220" y="4888205"/>
                <a:chExt cx="242756" cy="919122"/>
              </a:xfrm>
            </p:grpSpPr>
            <p:sp>
              <p:nvSpPr>
                <p:cNvPr id="410" name="Google Shape;410;p16"/>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 name="Google Shape;411;p16"/>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 name="Google Shape;412;p16"/>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13" name="Google Shape;413;p16"/>
                <p:cNvGrpSpPr/>
                <p:nvPr/>
              </p:nvGrpSpPr>
              <p:grpSpPr>
                <a:xfrm>
                  <a:off x="11014221" y="5588618"/>
                  <a:ext cx="100021" cy="114784"/>
                  <a:chOff x="11014221" y="5588618"/>
                  <a:chExt cx="100021" cy="114784"/>
                </a:xfrm>
              </p:grpSpPr>
              <p:sp>
                <p:nvSpPr>
                  <p:cNvPr id="414" name="Google Shape;414;p16"/>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 name="Google Shape;415;p16"/>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 name="Google Shape;416;p16"/>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 name="Google Shape;417;p16"/>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18" name="Google Shape;418;p16"/>
              <p:cNvGrpSpPr/>
              <p:nvPr/>
            </p:nvGrpSpPr>
            <p:grpSpPr>
              <a:xfrm>
                <a:off x="10718623" y="4728596"/>
                <a:ext cx="229169" cy="1075979"/>
                <a:chOff x="10718623" y="4728596"/>
                <a:chExt cx="229169" cy="1075979"/>
              </a:xfrm>
            </p:grpSpPr>
            <p:sp>
              <p:nvSpPr>
                <p:cNvPr id="419" name="Google Shape;419;p16"/>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 name="Google Shape;420;p16"/>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21" name="Google Shape;421;p16"/>
                <p:cNvGrpSpPr/>
                <p:nvPr/>
              </p:nvGrpSpPr>
              <p:grpSpPr>
                <a:xfrm>
                  <a:off x="10765015" y="5040134"/>
                  <a:ext cx="116314" cy="49775"/>
                  <a:chOff x="10765015" y="5040134"/>
                  <a:chExt cx="116314" cy="49775"/>
                </a:xfrm>
              </p:grpSpPr>
              <p:sp>
                <p:nvSpPr>
                  <p:cNvPr id="422" name="Google Shape;422;p16"/>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16"/>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4" name="Google Shape;424;p16"/>
                <p:cNvGrpSpPr/>
                <p:nvPr/>
              </p:nvGrpSpPr>
              <p:grpSpPr>
                <a:xfrm>
                  <a:off x="10784825" y="5436314"/>
                  <a:ext cx="116414" cy="49961"/>
                  <a:chOff x="10784825" y="5436314"/>
                  <a:chExt cx="116414" cy="49961"/>
                </a:xfrm>
              </p:grpSpPr>
              <p:sp>
                <p:nvSpPr>
                  <p:cNvPr id="425" name="Google Shape;425;p16"/>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6" name="Google Shape;426;p16"/>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27" name="Google Shape;427;p16"/>
              <p:cNvGrpSpPr/>
              <p:nvPr/>
            </p:nvGrpSpPr>
            <p:grpSpPr>
              <a:xfrm>
                <a:off x="10519314" y="4813458"/>
                <a:ext cx="202120" cy="992123"/>
                <a:chOff x="10519314" y="4813458"/>
                <a:chExt cx="202120" cy="992123"/>
              </a:xfrm>
            </p:grpSpPr>
            <p:sp>
              <p:nvSpPr>
                <p:cNvPr id="428" name="Google Shape;428;p16"/>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9" name="Google Shape;429;p16"/>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30" name="Google Shape;430;p16"/>
                <p:cNvGrpSpPr/>
                <p:nvPr/>
              </p:nvGrpSpPr>
              <p:grpSpPr>
                <a:xfrm>
                  <a:off x="10556176" y="5465730"/>
                  <a:ext cx="128397" cy="44196"/>
                  <a:chOff x="10556176" y="5465730"/>
                  <a:chExt cx="128397" cy="44196"/>
                </a:xfrm>
              </p:grpSpPr>
              <p:sp>
                <p:nvSpPr>
                  <p:cNvPr id="431" name="Google Shape;431;p16"/>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2" name="Google Shape;432;p16"/>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33" name="Google Shape;433;p16"/>
                <p:cNvGrpSpPr/>
                <p:nvPr/>
              </p:nvGrpSpPr>
              <p:grpSpPr>
                <a:xfrm>
                  <a:off x="10556176" y="5689187"/>
                  <a:ext cx="128397" cy="44196"/>
                  <a:chOff x="10556176" y="5689187"/>
                  <a:chExt cx="128397" cy="44196"/>
                </a:xfrm>
              </p:grpSpPr>
              <p:sp>
                <p:nvSpPr>
                  <p:cNvPr id="434" name="Google Shape;434;p16"/>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5" name="Google Shape;435;p16"/>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436" name="Google Shape;436;p16"/>
            <p:cNvGrpSpPr/>
            <p:nvPr/>
          </p:nvGrpSpPr>
          <p:grpSpPr>
            <a:xfrm>
              <a:off x="11058042" y="5088325"/>
              <a:ext cx="213052" cy="717953"/>
              <a:chOff x="11058042" y="5088325"/>
              <a:chExt cx="213052" cy="717953"/>
            </a:xfrm>
          </p:grpSpPr>
          <p:sp>
            <p:nvSpPr>
              <p:cNvPr id="437" name="Google Shape;437;p16"/>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16"/>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39" name="Google Shape;439;p16"/>
          <p:cNvGrpSpPr/>
          <p:nvPr/>
        </p:nvGrpSpPr>
        <p:grpSpPr>
          <a:xfrm>
            <a:off x="135453" y="69369"/>
            <a:ext cx="426307" cy="643642"/>
            <a:chOff x="10572463" y="3528536"/>
            <a:chExt cx="580168" cy="875823"/>
          </a:xfrm>
        </p:grpSpPr>
        <p:grpSp>
          <p:nvGrpSpPr>
            <p:cNvPr id="440" name="Google Shape;440;p16"/>
            <p:cNvGrpSpPr/>
            <p:nvPr/>
          </p:nvGrpSpPr>
          <p:grpSpPr>
            <a:xfrm>
              <a:off x="10713815" y="3528536"/>
              <a:ext cx="438816" cy="746664"/>
              <a:chOff x="10713815" y="3528536"/>
              <a:chExt cx="438816" cy="746664"/>
            </a:xfrm>
          </p:grpSpPr>
          <p:sp>
            <p:nvSpPr>
              <p:cNvPr id="441" name="Google Shape;441;p16"/>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42" name="Google Shape;442;p16"/>
              <p:cNvGrpSpPr/>
              <p:nvPr/>
            </p:nvGrpSpPr>
            <p:grpSpPr>
              <a:xfrm>
                <a:off x="10776489" y="3625310"/>
                <a:ext cx="313848" cy="288226"/>
                <a:chOff x="10776489" y="3625310"/>
                <a:chExt cx="313848" cy="288226"/>
              </a:xfrm>
            </p:grpSpPr>
            <p:sp>
              <p:nvSpPr>
                <p:cNvPr id="443" name="Google Shape;443;p16"/>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16"/>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16"/>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6" name="Google Shape;446;p16"/>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7" name="Google Shape;447;p16"/>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8" name="Google Shape;448;p16"/>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9" name="Google Shape;449;p16"/>
              <p:cNvGrpSpPr/>
              <p:nvPr/>
            </p:nvGrpSpPr>
            <p:grpSpPr>
              <a:xfrm>
                <a:off x="10776489" y="3999547"/>
                <a:ext cx="313848" cy="181546"/>
                <a:chOff x="10776489" y="3999547"/>
                <a:chExt cx="313848" cy="181546"/>
              </a:xfrm>
            </p:grpSpPr>
            <p:sp>
              <p:nvSpPr>
                <p:cNvPr id="450" name="Google Shape;450;p16"/>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1" name="Google Shape;451;p16"/>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2" name="Google Shape;452;p16"/>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3" name="Google Shape;453;p16"/>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54" name="Google Shape;454;p16"/>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55" name="Google Shape;455;p16"/>
            <p:cNvGrpSpPr/>
            <p:nvPr/>
          </p:nvGrpSpPr>
          <p:grpSpPr>
            <a:xfrm>
              <a:off x="10572463" y="3657790"/>
              <a:ext cx="438817" cy="746569"/>
              <a:chOff x="10572463" y="3657790"/>
              <a:chExt cx="438817" cy="746569"/>
            </a:xfrm>
          </p:grpSpPr>
          <p:sp>
            <p:nvSpPr>
              <p:cNvPr id="456" name="Google Shape;456;p16"/>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57" name="Google Shape;457;p16"/>
              <p:cNvGrpSpPr/>
              <p:nvPr/>
            </p:nvGrpSpPr>
            <p:grpSpPr>
              <a:xfrm>
                <a:off x="10635138" y="3754469"/>
                <a:ext cx="313848" cy="288321"/>
                <a:chOff x="10635138" y="3754469"/>
                <a:chExt cx="313848" cy="288321"/>
              </a:xfrm>
            </p:grpSpPr>
            <p:sp>
              <p:nvSpPr>
                <p:cNvPr id="458" name="Google Shape;458;p16"/>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9" name="Google Shape;459;p16"/>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0" name="Google Shape;460;p16"/>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1" name="Google Shape;461;p16"/>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2" name="Google Shape;462;p16"/>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16"/>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64" name="Google Shape;464;p16"/>
              <p:cNvGrpSpPr/>
              <p:nvPr/>
            </p:nvGrpSpPr>
            <p:grpSpPr>
              <a:xfrm>
                <a:off x="10635138" y="4128801"/>
                <a:ext cx="313848" cy="181547"/>
                <a:chOff x="10635138" y="4128801"/>
                <a:chExt cx="313848" cy="181547"/>
              </a:xfrm>
            </p:grpSpPr>
            <p:sp>
              <p:nvSpPr>
                <p:cNvPr id="465" name="Google Shape;465;p16"/>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16"/>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7" name="Google Shape;467;p16"/>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16"/>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69" name="Google Shape;469;p16"/>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70" name="Google Shape;470;p16"/>
          <p:cNvGrpSpPr/>
          <p:nvPr/>
        </p:nvGrpSpPr>
        <p:grpSpPr>
          <a:xfrm>
            <a:off x="309868" y="711612"/>
            <a:ext cx="18197" cy="243247"/>
            <a:chOff x="10809827" y="4402455"/>
            <a:chExt cx="24764" cy="330993"/>
          </a:xfrm>
        </p:grpSpPr>
        <p:sp>
          <p:nvSpPr>
            <p:cNvPr id="471" name="Google Shape;471;p16"/>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16"/>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16"/>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4" name="Google Shape;474;p16"/>
          <p:cNvGrpSpPr/>
          <p:nvPr/>
        </p:nvGrpSpPr>
        <p:grpSpPr>
          <a:xfrm>
            <a:off x="8421644" y="1045085"/>
            <a:ext cx="396068" cy="717683"/>
            <a:chOff x="1945386" y="5582316"/>
            <a:chExt cx="470725" cy="852963"/>
          </a:xfrm>
        </p:grpSpPr>
        <p:grpSp>
          <p:nvGrpSpPr>
            <p:cNvPr id="475" name="Google Shape;475;p16"/>
            <p:cNvGrpSpPr/>
            <p:nvPr/>
          </p:nvGrpSpPr>
          <p:grpSpPr>
            <a:xfrm>
              <a:off x="1945386" y="5582316"/>
              <a:ext cx="470725" cy="852963"/>
              <a:chOff x="1945386" y="5582316"/>
              <a:chExt cx="470725" cy="852963"/>
            </a:xfrm>
          </p:grpSpPr>
          <p:sp>
            <p:nvSpPr>
              <p:cNvPr id="476" name="Google Shape;476;p16"/>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16"/>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78" name="Google Shape;478;p16"/>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9" name="Google Shape;479;p16"/>
          <p:cNvGrpSpPr/>
          <p:nvPr/>
        </p:nvGrpSpPr>
        <p:grpSpPr>
          <a:xfrm>
            <a:off x="8088695" y="57742"/>
            <a:ext cx="1061979" cy="558999"/>
            <a:chOff x="3859815" y="2867310"/>
            <a:chExt cx="1262157" cy="664368"/>
          </a:xfrm>
        </p:grpSpPr>
        <p:sp>
          <p:nvSpPr>
            <p:cNvPr id="480" name="Google Shape;480;p16"/>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81" name="Google Shape;481;p16"/>
            <p:cNvGrpSpPr/>
            <p:nvPr/>
          </p:nvGrpSpPr>
          <p:grpSpPr>
            <a:xfrm>
              <a:off x="4275677" y="3065525"/>
              <a:ext cx="334517" cy="380047"/>
              <a:chOff x="4275677" y="3065525"/>
              <a:chExt cx="334517" cy="380047"/>
            </a:xfrm>
          </p:grpSpPr>
          <p:grpSp>
            <p:nvGrpSpPr>
              <p:cNvPr id="482" name="Google Shape;482;p16"/>
              <p:cNvGrpSpPr/>
              <p:nvPr/>
            </p:nvGrpSpPr>
            <p:grpSpPr>
              <a:xfrm>
                <a:off x="4275677" y="3065525"/>
                <a:ext cx="334517" cy="380047"/>
                <a:chOff x="4275677" y="3065525"/>
                <a:chExt cx="334517" cy="380047"/>
              </a:xfrm>
            </p:grpSpPr>
            <p:grpSp>
              <p:nvGrpSpPr>
                <p:cNvPr id="483" name="Google Shape;483;p16"/>
                <p:cNvGrpSpPr/>
                <p:nvPr/>
              </p:nvGrpSpPr>
              <p:grpSpPr>
                <a:xfrm>
                  <a:off x="4275677" y="3301269"/>
                  <a:ext cx="334422" cy="144303"/>
                  <a:chOff x="4275677" y="3301269"/>
                  <a:chExt cx="334422" cy="144303"/>
                </a:xfrm>
              </p:grpSpPr>
              <p:sp>
                <p:nvSpPr>
                  <p:cNvPr id="484" name="Google Shape;484;p16"/>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 name="Google Shape;485;p16"/>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6" name="Google Shape;486;p16"/>
                <p:cNvGrpSpPr/>
                <p:nvPr/>
              </p:nvGrpSpPr>
              <p:grpSpPr>
                <a:xfrm>
                  <a:off x="4275677" y="3183350"/>
                  <a:ext cx="334422" cy="144302"/>
                  <a:chOff x="4275677" y="3183350"/>
                  <a:chExt cx="334422" cy="144302"/>
                </a:xfrm>
              </p:grpSpPr>
              <p:sp>
                <p:nvSpPr>
                  <p:cNvPr id="487" name="Google Shape;487;p16"/>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 name="Google Shape;488;p16"/>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9" name="Google Shape;489;p16"/>
                <p:cNvGrpSpPr/>
                <p:nvPr/>
              </p:nvGrpSpPr>
              <p:grpSpPr>
                <a:xfrm>
                  <a:off x="4275677" y="3065525"/>
                  <a:ext cx="334517" cy="144303"/>
                  <a:chOff x="4275677" y="3065525"/>
                  <a:chExt cx="334517" cy="144303"/>
                </a:xfrm>
              </p:grpSpPr>
              <p:sp>
                <p:nvSpPr>
                  <p:cNvPr id="490" name="Google Shape;490;p16"/>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16"/>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492" name="Google Shape;492;p16"/>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16"/>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16"/>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95" name="Google Shape;495;p16"/>
          <p:cNvGrpSpPr/>
          <p:nvPr/>
        </p:nvGrpSpPr>
        <p:grpSpPr>
          <a:xfrm>
            <a:off x="8582238" y="611818"/>
            <a:ext cx="33124" cy="442802"/>
            <a:chOff x="10809827" y="4402455"/>
            <a:chExt cx="24764" cy="330993"/>
          </a:xfrm>
        </p:grpSpPr>
        <p:sp>
          <p:nvSpPr>
            <p:cNvPr id="496" name="Google Shape;496;p16"/>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 name="Google Shape;497;p16"/>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16"/>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99"/>
        <p:cNvGrpSpPr/>
        <p:nvPr/>
      </p:nvGrpSpPr>
      <p:grpSpPr>
        <a:xfrm>
          <a:off x="0" y="0"/>
          <a:ext cx="0" cy="0"/>
          <a:chOff x="0" y="0"/>
          <a:chExt cx="0" cy="0"/>
        </a:xfrm>
      </p:grpSpPr>
      <p:sp>
        <p:nvSpPr>
          <p:cNvPr id="500" name="Google Shape;500;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01" name="Google Shape;501;p17"/>
          <p:cNvSpPr txBox="1">
            <a:spLocks noGrp="1"/>
          </p:cNvSpPr>
          <p:nvPr>
            <p:ph type="subTitle" idx="1"/>
          </p:nvPr>
        </p:nvSpPr>
        <p:spPr>
          <a:xfrm>
            <a:off x="1253225" y="20537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2" name="Google Shape;502;p17"/>
          <p:cNvSpPr txBox="1">
            <a:spLocks noGrp="1"/>
          </p:cNvSpPr>
          <p:nvPr>
            <p:ph type="subTitle" idx="2"/>
          </p:nvPr>
        </p:nvSpPr>
        <p:spPr>
          <a:xfrm>
            <a:off x="5079776" y="20537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3" name="Google Shape;503;p17"/>
          <p:cNvSpPr txBox="1">
            <a:spLocks noGrp="1"/>
          </p:cNvSpPr>
          <p:nvPr>
            <p:ph type="subTitle" idx="3"/>
          </p:nvPr>
        </p:nvSpPr>
        <p:spPr>
          <a:xfrm>
            <a:off x="1253225" y="35653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4" name="Google Shape;504;p17"/>
          <p:cNvSpPr txBox="1">
            <a:spLocks noGrp="1"/>
          </p:cNvSpPr>
          <p:nvPr>
            <p:ph type="subTitle" idx="4"/>
          </p:nvPr>
        </p:nvSpPr>
        <p:spPr>
          <a:xfrm>
            <a:off x="5079776" y="35653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5" name="Google Shape;505;p17"/>
          <p:cNvSpPr txBox="1">
            <a:spLocks noGrp="1"/>
          </p:cNvSpPr>
          <p:nvPr>
            <p:ph type="subTitle" idx="5"/>
          </p:nvPr>
        </p:nvSpPr>
        <p:spPr>
          <a:xfrm>
            <a:off x="1253225" y="1363500"/>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6" name="Google Shape;506;p17"/>
          <p:cNvSpPr txBox="1">
            <a:spLocks noGrp="1"/>
          </p:cNvSpPr>
          <p:nvPr>
            <p:ph type="subTitle" idx="6"/>
          </p:nvPr>
        </p:nvSpPr>
        <p:spPr>
          <a:xfrm>
            <a:off x="1253225" y="2875125"/>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7" name="Google Shape;507;p17"/>
          <p:cNvSpPr txBox="1">
            <a:spLocks noGrp="1"/>
          </p:cNvSpPr>
          <p:nvPr>
            <p:ph type="subTitle" idx="7"/>
          </p:nvPr>
        </p:nvSpPr>
        <p:spPr>
          <a:xfrm>
            <a:off x="5079750" y="1363500"/>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8" name="Google Shape;508;p17"/>
          <p:cNvSpPr txBox="1">
            <a:spLocks noGrp="1"/>
          </p:cNvSpPr>
          <p:nvPr>
            <p:ph type="subTitle" idx="8"/>
          </p:nvPr>
        </p:nvSpPr>
        <p:spPr>
          <a:xfrm>
            <a:off x="5079750" y="2875125"/>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9" name="Google Shape;509;p17"/>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7"/>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1" name="Google Shape;511;p17"/>
          <p:cNvGrpSpPr/>
          <p:nvPr/>
        </p:nvGrpSpPr>
        <p:grpSpPr>
          <a:xfrm>
            <a:off x="65066" y="4373044"/>
            <a:ext cx="878158" cy="654532"/>
            <a:chOff x="1114425" y="4361211"/>
            <a:chExt cx="573023" cy="427101"/>
          </a:xfrm>
        </p:grpSpPr>
        <p:grpSp>
          <p:nvGrpSpPr>
            <p:cNvPr id="512" name="Google Shape;512;p17"/>
            <p:cNvGrpSpPr/>
            <p:nvPr/>
          </p:nvGrpSpPr>
          <p:grpSpPr>
            <a:xfrm>
              <a:off x="1114425" y="4361211"/>
              <a:ext cx="573023" cy="427101"/>
              <a:chOff x="1114425" y="4361211"/>
              <a:chExt cx="573023" cy="427101"/>
            </a:xfrm>
          </p:grpSpPr>
          <p:sp>
            <p:nvSpPr>
              <p:cNvPr id="513" name="Google Shape;513;p17"/>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 name="Google Shape;514;p17"/>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 name="Google Shape;515;p17"/>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16" name="Google Shape;516;p17"/>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7" name="Google Shape;517;p17"/>
          <p:cNvGrpSpPr/>
          <p:nvPr/>
        </p:nvGrpSpPr>
        <p:grpSpPr>
          <a:xfrm>
            <a:off x="8114970" y="266839"/>
            <a:ext cx="829992" cy="750888"/>
            <a:chOff x="8114596" y="445039"/>
            <a:chExt cx="633002" cy="572716"/>
          </a:xfrm>
        </p:grpSpPr>
        <p:grpSp>
          <p:nvGrpSpPr>
            <p:cNvPr id="518" name="Google Shape;518;p17"/>
            <p:cNvGrpSpPr/>
            <p:nvPr/>
          </p:nvGrpSpPr>
          <p:grpSpPr>
            <a:xfrm>
              <a:off x="8114596" y="445039"/>
              <a:ext cx="633002" cy="572716"/>
              <a:chOff x="7189660" y="520827"/>
              <a:chExt cx="598074" cy="541115"/>
            </a:xfrm>
          </p:grpSpPr>
          <p:sp>
            <p:nvSpPr>
              <p:cNvPr id="519" name="Google Shape;519;p17"/>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20" name="Google Shape;520;p17"/>
              <p:cNvGrpSpPr/>
              <p:nvPr/>
            </p:nvGrpSpPr>
            <p:grpSpPr>
              <a:xfrm>
                <a:off x="7579137" y="551973"/>
                <a:ext cx="164782" cy="41529"/>
                <a:chOff x="7579137" y="551973"/>
                <a:chExt cx="164782" cy="41529"/>
              </a:xfrm>
            </p:grpSpPr>
            <p:sp>
              <p:nvSpPr>
                <p:cNvPr id="521" name="Google Shape;521;p17"/>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 name="Google Shape;522;p17"/>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17"/>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24" name="Google Shape;524;p17"/>
            <p:cNvGrpSpPr/>
            <p:nvPr/>
          </p:nvGrpSpPr>
          <p:grpSpPr>
            <a:xfrm>
              <a:off x="8184962" y="619646"/>
              <a:ext cx="498115" cy="257273"/>
              <a:chOff x="7256144" y="685800"/>
              <a:chExt cx="470630" cy="243077"/>
            </a:xfrm>
          </p:grpSpPr>
          <p:sp>
            <p:nvSpPr>
              <p:cNvPr id="525" name="Google Shape;525;p17"/>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26" name="Google Shape;526;p17"/>
              <p:cNvGrpSpPr/>
              <p:nvPr/>
            </p:nvGrpSpPr>
            <p:grpSpPr>
              <a:xfrm>
                <a:off x="7512843" y="685800"/>
                <a:ext cx="213931" cy="243077"/>
                <a:chOff x="7512843" y="685800"/>
                <a:chExt cx="213931" cy="243077"/>
              </a:xfrm>
            </p:grpSpPr>
            <p:grpSp>
              <p:nvGrpSpPr>
                <p:cNvPr id="527" name="Google Shape;527;p17"/>
                <p:cNvGrpSpPr/>
                <p:nvPr/>
              </p:nvGrpSpPr>
              <p:grpSpPr>
                <a:xfrm>
                  <a:off x="7512843" y="836580"/>
                  <a:ext cx="213931" cy="92297"/>
                  <a:chOff x="7512843" y="836580"/>
                  <a:chExt cx="213931" cy="92297"/>
                </a:xfrm>
              </p:grpSpPr>
              <p:sp>
                <p:nvSpPr>
                  <p:cNvPr id="528" name="Google Shape;528;p17"/>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 name="Google Shape;529;p17"/>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30" name="Google Shape;530;p17"/>
                <p:cNvGrpSpPr/>
                <p:nvPr/>
              </p:nvGrpSpPr>
              <p:grpSpPr>
                <a:xfrm>
                  <a:off x="7512843" y="761238"/>
                  <a:ext cx="213931" cy="92296"/>
                  <a:chOff x="7512843" y="761238"/>
                  <a:chExt cx="213931" cy="92296"/>
                </a:xfrm>
              </p:grpSpPr>
              <p:sp>
                <p:nvSpPr>
                  <p:cNvPr id="531" name="Google Shape;531;p17"/>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2" name="Google Shape;532;p17"/>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33" name="Google Shape;533;p17"/>
                <p:cNvGrpSpPr/>
                <p:nvPr/>
              </p:nvGrpSpPr>
              <p:grpSpPr>
                <a:xfrm>
                  <a:off x="7512843" y="685800"/>
                  <a:ext cx="213931" cy="92297"/>
                  <a:chOff x="7512843" y="685800"/>
                  <a:chExt cx="213931" cy="92297"/>
                </a:xfrm>
              </p:grpSpPr>
              <p:sp>
                <p:nvSpPr>
                  <p:cNvPr id="534" name="Google Shape;534;p17"/>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5" name="Google Shape;535;p17"/>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679"/>
        <p:cNvGrpSpPr/>
        <p:nvPr/>
      </p:nvGrpSpPr>
      <p:grpSpPr>
        <a:xfrm>
          <a:off x="0" y="0"/>
          <a:ext cx="0" cy="0"/>
          <a:chOff x="0" y="0"/>
          <a:chExt cx="0" cy="0"/>
        </a:xfrm>
      </p:grpSpPr>
      <p:sp>
        <p:nvSpPr>
          <p:cNvPr id="680" name="Google Shape;680;p22"/>
          <p:cNvSpPr txBox="1">
            <a:spLocks noGrp="1"/>
          </p:cNvSpPr>
          <p:nvPr>
            <p:ph type="title"/>
          </p:nvPr>
        </p:nvSpPr>
        <p:spPr>
          <a:xfrm>
            <a:off x="2347938" y="997200"/>
            <a:ext cx="4448100" cy="1058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8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81" name="Google Shape;681;p22"/>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82" name="Google Shape;682;p22"/>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lang="en" sz="1200" b="1"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infographics &amp; images by </a:t>
            </a:r>
            <a:r>
              <a:rPr lang="en" sz="1200" b="1" u="sng">
                <a:solidFill>
                  <a:schemeClr val="dk1"/>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Freepik</a:t>
            </a:r>
            <a:r>
              <a:rPr lang="en" sz="1200" u="sng">
                <a:solidFill>
                  <a:schemeClr val="dk1"/>
                </a:solidFill>
                <a:latin typeface="Open Sans"/>
                <a:ea typeface="Open Sans"/>
                <a:cs typeface="Open Sans"/>
                <a:sym typeface="Open Sans"/>
              </a:rPr>
              <a:t> </a:t>
            </a:r>
            <a:endParaRPr sz="1200" b="1" u="sng">
              <a:solidFill>
                <a:schemeClr val="dk1"/>
              </a:solidFill>
              <a:latin typeface="Open Sans"/>
              <a:ea typeface="Open Sans"/>
              <a:cs typeface="Open Sans"/>
              <a:sym typeface="Open Sans"/>
            </a:endParaRPr>
          </a:p>
        </p:txBody>
      </p:sp>
      <p:sp>
        <p:nvSpPr>
          <p:cNvPr id="683" name="Google Shape;683;p22"/>
          <p:cNvSpPr/>
          <p:nvPr/>
        </p:nvSpPr>
        <p:spPr>
          <a:xfrm rot="-2493044" flipH="1">
            <a:off x="-1086706" y="-570280"/>
            <a:ext cx="2902912" cy="234728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2"/>
          <p:cNvSpPr/>
          <p:nvPr/>
        </p:nvSpPr>
        <p:spPr>
          <a:xfrm rot="-5051288" flipH="1">
            <a:off x="7227752" y="3451481"/>
            <a:ext cx="2997828" cy="2576307"/>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2"/>
          <p:cNvSpPr/>
          <p:nvPr/>
        </p:nvSpPr>
        <p:spPr>
          <a:xfrm rot="460638" flipH="1">
            <a:off x="178423" y="3742788"/>
            <a:ext cx="1359611" cy="122255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2"/>
          <p:cNvSpPr/>
          <p:nvPr/>
        </p:nvSpPr>
        <p:spPr>
          <a:xfrm rot="460623" flipH="1">
            <a:off x="6683138" y="-2074210"/>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87"/>
        <p:cNvGrpSpPr/>
        <p:nvPr/>
      </p:nvGrpSpPr>
      <p:grpSpPr>
        <a:xfrm>
          <a:off x="0" y="0"/>
          <a:ext cx="0" cy="0"/>
          <a:chOff x="0" y="0"/>
          <a:chExt cx="0" cy="0"/>
        </a:xfrm>
      </p:grpSpPr>
      <p:sp>
        <p:nvSpPr>
          <p:cNvPr id="688" name="Google Shape;688;p23"/>
          <p:cNvSpPr/>
          <p:nvPr/>
        </p:nvSpPr>
        <p:spPr>
          <a:xfrm rot="-1900174" flipH="1">
            <a:off x="-500059" y="-436065"/>
            <a:ext cx="1729608" cy="139855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3"/>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3"/>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3"/>
          <p:cNvSpPr/>
          <p:nvPr/>
        </p:nvSpPr>
        <p:spPr>
          <a:xfrm rot="531593" flipH="1">
            <a:off x="-1222788" y="3829381"/>
            <a:ext cx="2902962" cy="234732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2" name="Google Shape;692;p23"/>
          <p:cNvGrpSpPr/>
          <p:nvPr/>
        </p:nvGrpSpPr>
        <p:grpSpPr>
          <a:xfrm>
            <a:off x="7931872" y="177093"/>
            <a:ext cx="997823" cy="737095"/>
            <a:chOff x="7931872" y="177093"/>
            <a:chExt cx="997823" cy="737095"/>
          </a:xfrm>
        </p:grpSpPr>
        <p:grpSp>
          <p:nvGrpSpPr>
            <p:cNvPr id="693" name="Google Shape;693;p23"/>
            <p:cNvGrpSpPr/>
            <p:nvPr/>
          </p:nvGrpSpPr>
          <p:grpSpPr>
            <a:xfrm>
              <a:off x="7931872" y="177093"/>
              <a:ext cx="919725" cy="318025"/>
              <a:chOff x="7230903" y="4635722"/>
              <a:chExt cx="652843" cy="225742"/>
            </a:xfrm>
          </p:grpSpPr>
          <p:sp>
            <p:nvSpPr>
              <p:cNvPr id="694" name="Google Shape;694;p23"/>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5" name="Google Shape;695;p23"/>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96" name="Google Shape;696;p23"/>
              <p:cNvGrpSpPr/>
              <p:nvPr/>
            </p:nvGrpSpPr>
            <p:grpSpPr>
              <a:xfrm>
                <a:off x="7487126" y="4676394"/>
                <a:ext cx="332041" cy="142684"/>
                <a:chOff x="7487126" y="4676394"/>
                <a:chExt cx="332041" cy="142684"/>
              </a:xfrm>
            </p:grpSpPr>
            <p:sp>
              <p:nvSpPr>
                <p:cNvPr id="697" name="Google Shape;697;p23"/>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8" name="Google Shape;698;p23"/>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9" name="Google Shape;699;p23"/>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0" name="Google Shape;700;p23"/>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01" name="Google Shape;701;p23"/>
            <p:cNvGrpSpPr/>
            <p:nvPr/>
          </p:nvGrpSpPr>
          <p:grpSpPr>
            <a:xfrm>
              <a:off x="7931872" y="596163"/>
              <a:ext cx="919725" cy="318025"/>
              <a:chOff x="7230903" y="4933188"/>
              <a:chExt cx="652843" cy="225742"/>
            </a:xfrm>
          </p:grpSpPr>
          <p:grpSp>
            <p:nvGrpSpPr>
              <p:cNvPr id="702" name="Google Shape;702;p23"/>
              <p:cNvGrpSpPr/>
              <p:nvPr/>
            </p:nvGrpSpPr>
            <p:grpSpPr>
              <a:xfrm>
                <a:off x="7230903" y="4933188"/>
                <a:ext cx="652843" cy="225742"/>
                <a:chOff x="7230903" y="4933188"/>
                <a:chExt cx="652843" cy="225742"/>
              </a:xfrm>
            </p:grpSpPr>
            <p:sp>
              <p:nvSpPr>
                <p:cNvPr id="703" name="Google Shape;703;p23"/>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4" name="Google Shape;704;p23"/>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05" name="Google Shape;705;p23"/>
                <p:cNvGrpSpPr/>
                <p:nvPr/>
              </p:nvGrpSpPr>
              <p:grpSpPr>
                <a:xfrm>
                  <a:off x="7487126" y="4973859"/>
                  <a:ext cx="332041" cy="142684"/>
                  <a:chOff x="7487126" y="4973859"/>
                  <a:chExt cx="332041" cy="142684"/>
                </a:xfrm>
              </p:grpSpPr>
              <p:sp>
                <p:nvSpPr>
                  <p:cNvPr id="706" name="Google Shape;706;p23"/>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7" name="Google Shape;707;p23"/>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8" name="Google Shape;708;p23"/>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9" name="Google Shape;709;p23"/>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710" name="Google Shape;710;p23"/>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11" name="Google Shape;711;p23"/>
            <p:cNvGrpSpPr/>
            <p:nvPr/>
          </p:nvGrpSpPr>
          <p:grpSpPr>
            <a:xfrm>
              <a:off x="8756326" y="539537"/>
              <a:ext cx="173370" cy="112691"/>
              <a:chOff x="7816120" y="4892994"/>
              <a:chExt cx="123062" cy="79991"/>
            </a:xfrm>
          </p:grpSpPr>
          <p:grpSp>
            <p:nvGrpSpPr>
              <p:cNvPr id="712" name="Google Shape;712;p23"/>
              <p:cNvGrpSpPr/>
              <p:nvPr/>
            </p:nvGrpSpPr>
            <p:grpSpPr>
              <a:xfrm>
                <a:off x="7816120" y="4902803"/>
                <a:ext cx="123062" cy="63817"/>
                <a:chOff x="7816120" y="4902803"/>
                <a:chExt cx="123062" cy="63817"/>
              </a:xfrm>
            </p:grpSpPr>
            <p:sp>
              <p:nvSpPr>
                <p:cNvPr id="713" name="Google Shape;713;p23"/>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4" name="Google Shape;714;p23"/>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15" name="Google Shape;715;p23"/>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16"/>
        <p:cNvGrpSpPr/>
        <p:nvPr/>
      </p:nvGrpSpPr>
      <p:grpSpPr>
        <a:xfrm>
          <a:off x="0" y="0"/>
          <a:ext cx="0" cy="0"/>
          <a:chOff x="0" y="0"/>
          <a:chExt cx="0" cy="0"/>
        </a:xfrm>
      </p:grpSpPr>
      <p:sp>
        <p:nvSpPr>
          <p:cNvPr id="717" name="Google Shape;717;p24"/>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4"/>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9" name="Google Shape;719;p24"/>
          <p:cNvGrpSpPr/>
          <p:nvPr/>
        </p:nvGrpSpPr>
        <p:grpSpPr>
          <a:xfrm>
            <a:off x="65066" y="4373044"/>
            <a:ext cx="878158" cy="654532"/>
            <a:chOff x="1114425" y="4361211"/>
            <a:chExt cx="573023" cy="427101"/>
          </a:xfrm>
        </p:grpSpPr>
        <p:grpSp>
          <p:nvGrpSpPr>
            <p:cNvPr id="720" name="Google Shape;720;p24"/>
            <p:cNvGrpSpPr/>
            <p:nvPr/>
          </p:nvGrpSpPr>
          <p:grpSpPr>
            <a:xfrm>
              <a:off x="1114425" y="4361211"/>
              <a:ext cx="573023" cy="427101"/>
              <a:chOff x="1114425" y="4361211"/>
              <a:chExt cx="573023" cy="427101"/>
            </a:xfrm>
          </p:grpSpPr>
          <p:sp>
            <p:nvSpPr>
              <p:cNvPr id="721" name="Google Shape;721;p24"/>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2" name="Google Shape;722;p24"/>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3" name="Google Shape;723;p24"/>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24" name="Google Shape;724;p24"/>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25" name="Google Shape;725;p24"/>
          <p:cNvGrpSpPr/>
          <p:nvPr/>
        </p:nvGrpSpPr>
        <p:grpSpPr>
          <a:xfrm>
            <a:off x="8114970" y="266839"/>
            <a:ext cx="829992" cy="750888"/>
            <a:chOff x="8114596" y="445039"/>
            <a:chExt cx="633002" cy="572716"/>
          </a:xfrm>
        </p:grpSpPr>
        <p:grpSp>
          <p:nvGrpSpPr>
            <p:cNvPr id="726" name="Google Shape;726;p24"/>
            <p:cNvGrpSpPr/>
            <p:nvPr/>
          </p:nvGrpSpPr>
          <p:grpSpPr>
            <a:xfrm>
              <a:off x="8114596" y="445039"/>
              <a:ext cx="633002" cy="572716"/>
              <a:chOff x="7189660" y="520827"/>
              <a:chExt cx="598074" cy="541115"/>
            </a:xfrm>
          </p:grpSpPr>
          <p:sp>
            <p:nvSpPr>
              <p:cNvPr id="727" name="Google Shape;727;p24"/>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28" name="Google Shape;728;p24"/>
              <p:cNvGrpSpPr/>
              <p:nvPr/>
            </p:nvGrpSpPr>
            <p:grpSpPr>
              <a:xfrm>
                <a:off x="7579137" y="551973"/>
                <a:ext cx="164782" cy="41529"/>
                <a:chOff x="7579137" y="551973"/>
                <a:chExt cx="164782" cy="41529"/>
              </a:xfrm>
            </p:grpSpPr>
            <p:sp>
              <p:nvSpPr>
                <p:cNvPr id="729" name="Google Shape;729;p24"/>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0" name="Google Shape;730;p24"/>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1" name="Google Shape;731;p24"/>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32" name="Google Shape;732;p24"/>
            <p:cNvGrpSpPr/>
            <p:nvPr/>
          </p:nvGrpSpPr>
          <p:grpSpPr>
            <a:xfrm>
              <a:off x="8184962" y="619646"/>
              <a:ext cx="498115" cy="257273"/>
              <a:chOff x="7256144" y="685800"/>
              <a:chExt cx="470630" cy="243077"/>
            </a:xfrm>
          </p:grpSpPr>
          <p:sp>
            <p:nvSpPr>
              <p:cNvPr id="733" name="Google Shape;733;p24"/>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34" name="Google Shape;734;p24"/>
              <p:cNvGrpSpPr/>
              <p:nvPr/>
            </p:nvGrpSpPr>
            <p:grpSpPr>
              <a:xfrm>
                <a:off x="7512843" y="685800"/>
                <a:ext cx="213931" cy="243077"/>
                <a:chOff x="7512843" y="685800"/>
                <a:chExt cx="213931" cy="243077"/>
              </a:xfrm>
            </p:grpSpPr>
            <p:grpSp>
              <p:nvGrpSpPr>
                <p:cNvPr id="735" name="Google Shape;735;p24"/>
                <p:cNvGrpSpPr/>
                <p:nvPr/>
              </p:nvGrpSpPr>
              <p:grpSpPr>
                <a:xfrm>
                  <a:off x="7512843" y="836580"/>
                  <a:ext cx="213931" cy="92297"/>
                  <a:chOff x="7512843" y="836580"/>
                  <a:chExt cx="213931" cy="92297"/>
                </a:xfrm>
              </p:grpSpPr>
              <p:sp>
                <p:nvSpPr>
                  <p:cNvPr id="736" name="Google Shape;736;p24"/>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24"/>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38" name="Google Shape;738;p24"/>
                <p:cNvGrpSpPr/>
                <p:nvPr/>
              </p:nvGrpSpPr>
              <p:grpSpPr>
                <a:xfrm>
                  <a:off x="7512843" y="761238"/>
                  <a:ext cx="213931" cy="92296"/>
                  <a:chOff x="7512843" y="761238"/>
                  <a:chExt cx="213931" cy="92296"/>
                </a:xfrm>
              </p:grpSpPr>
              <p:sp>
                <p:nvSpPr>
                  <p:cNvPr id="739" name="Google Shape;739;p24"/>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0" name="Google Shape;740;p24"/>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41" name="Google Shape;741;p24"/>
                <p:cNvGrpSpPr/>
                <p:nvPr/>
              </p:nvGrpSpPr>
              <p:grpSpPr>
                <a:xfrm>
                  <a:off x="7512843" y="685800"/>
                  <a:ext cx="213931" cy="92297"/>
                  <a:chOff x="7512843" y="685800"/>
                  <a:chExt cx="213931" cy="92297"/>
                </a:xfrm>
              </p:grpSpPr>
              <p:sp>
                <p:nvSpPr>
                  <p:cNvPr id="742" name="Google Shape;742;p24"/>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3" name="Google Shape;743;p24"/>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1pPr>
            <a:lvl2pPr lvl="1"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2pPr>
            <a:lvl3pPr lvl="2"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3pPr>
            <a:lvl4pPr lvl="3"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4pPr>
            <a:lvl5pPr lvl="4"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5pPr>
            <a:lvl6pPr lvl="5"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6pPr>
            <a:lvl7pPr lvl="6"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7pPr>
            <a:lvl8pPr lvl="7"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8pPr>
            <a:lvl9pPr lvl="8"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1pPr>
            <a:lvl2pPr marL="914400" lvl="1"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2pPr>
            <a:lvl3pPr marL="1371600" lvl="2"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3pPr>
            <a:lvl4pPr marL="1828800" lvl="3"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4pPr>
            <a:lvl5pPr marL="2286000" lvl="4"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5pPr>
            <a:lvl6pPr marL="2743200" lvl="5"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6pPr>
            <a:lvl7pPr marL="3200400" lvl="6"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7pPr>
            <a:lvl8pPr marL="3657600" lvl="7"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8pPr>
            <a:lvl9pPr marL="4114800" lvl="8"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4" r:id="rId4"/>
    <p:sldLayoutId id="2147483655" r:id="rId5"/>
    <p:sldLayoutId id="2147483656" r:id="rId6"/>
    <p:sldLayoutId id="2147483658" r:id="rId7"/>
    <p:sldLayoutId id="2147483659" r:id="rId8"/>
    <p:sldLayoutId id="2147483660" r:id="rId9"/>
    <p:sldLayoutId id="2147483661" r:id="rId10"/>
    <p:sldLayoutId id="2147483662" r:id="rId11"/>
    <p:sldLayoutId id="2147483663" r:id="rId12"/>
    <p:sldLayoutId id="2147483668" r:id="rId13"/>
    <p:sldLayoutId id="2147483669" r:id="rId14"/>
    <p:sldLayoutId id="2147483670"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28"/>
          <p:cNvSpPr/>
          <p:nvPr/>
        </p:nvSpPr>
        <p:spPr>
          <a:xfrm rot="1053742">
            <a:off x="4930265" y="180124"/>
            <a:ext cx="4314987" cy="4418593"/>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8"/>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ENTREPRISE</a:t>
            </a:r>
            <a:br>
              <a:rPr lang="en"/>
            </a:br>
            <a:r>
              <a:rPr lang="en"/>
              <a:t>FICTIVE</a:t>
            </a:r>
            <a:endParaRPr/>
          </a:p>
        </p:txBody>
      </p:sp>
      <p:sp>
        <p:nvSpPr>
          <p:cNvPr id="756" name="Google Shape;756;p28"/>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Wyatt, Rafael, Enzo et Pavlo</a:t>
            </a:r>
            <a:endParaRPr/>
          </a:p>
        </p:txBody>
      </p:sp>
      <p:grpSp>
        <p:nvGrpSpPr>
          <p:cNvPr id="757" name="Google Shape;757;p28"/>
          <p:cNvGrpSpPr/>
          <p:nvPr/>
        </p:nvGrpSpPr>
        <p:grpSpPr>
          <a:xfrm>
            <a:off x="5165167" y="656304"/>
            <a:ext cx="3841017" cy="3831227"/>
            <a:chOff x="5165167" y="656304"/>
            <a:chExt cx="3841017" cy="3831227"/>
          </a:xfrm>
        </p:grpSpPr>
        <p:grpSp>
          <p:nvGrpSpPr>
            <p:cNvPr id="758" name="Google Shape;758;p28"/>
            <p:cNvGrpSpPr/>
            <p:nvPr/>
          </p:nvGrpSpPr>
          <p:grpSpPr>
            <a:xfrm>
              <a:off x="5631673" y="1763897"/>
              <a:ext cx="2961645" cy="1992933"/>
              <a:chOff x="5311140" y="3874579"/>
              <a:chExt cx="2693384" cy="1812416"/>
            </a:xfrm>
          </p:grpSpPr>
          <p:grpSp>
            <p:nvGrpSpPr>
              <p:cNvPr id="759" name="Google Shape;759;p28"/>
              <p:cNvGrpSpPr/>
              <p:nvPr/>
            </p:nvGrpSpPr>
            <p:grpSpPr>
              <a:xfrm>
                <a:off x="6183439" y="5359431"/>
                <a:ext cx="948880" cy="327564"/>
                <a:chOff x="6183439" y="5359431"/>
                <a:chExt cx="948880" cy="327564"/>
              </a:xfrm>
            </p:grpSpPr>
            <p:sp>
              <p:nvSpPr>
                <p:cNvPr id="760" name="Google Shape;760;p28"/>
                <p:cNvSpPr/>
                <p:nvPr/>
              </p:nvSpPr>
              <p:spPr>
                <a:xfrm>
                  <a:off x="6459569" y="5359431"/>
                  <a:ext cx="396621" cy="291274"/>
                </a:xfrm>
                <a:custGeom>
                  <a:avLst/>
                  <a:gdLst/>
                  <a:ahLst/>
                  <a:cxnLst/>
                  <a:rect l="l" t="t" r="r" b="b"/>
                  <a:pathLst>
                    <a:path w="396621" h="291274" extrusionOk="0">
                      <a:moveTo>
                        <a:pt x="396621" y="0"/>
                      </a:moveTo>
                      <a:lnTo>
                        <a:pt x="396621" y="291274"/>
                      </a:lnTo>
                      <a:lnTo>
                        <a:pt x="0" y="291274"/>
                      </a:lnTo>
                      <a:lnTo>
                        <a:pt x="0" y="0"/>
                      </a:lnTo>
                      <a:lnTo>
                        <a:pt x="140304" y="0"/>
                      </a:lnTo>
                      <a:lnTo>
                        <a:pt x="140304" y="140017"/>
                      </a:lnTo>
                      <a:cubicBezTo>
                        <a:pt x="140304" y="171926"/>
                        <a:pt x="166402" y="198120"/>
                        <a:pt x="198311" y="198120"/>
                      </a:cubicBezTo>
                      <a:cubicBezTo>
                        <a:pt x="230220" y="198120"/>
                        <a:pt x="256413" y="171926"/>
                        <a:pt x="256413" y="140017"/>
                      </a:cubicBezTo>
                      <a:lnTo>
                        <a:pt x="256413" y="0"/>
                      </a:lnTo>
                      <a:lnTo>
                        <a:pt x="396621"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1" name="Google Shape;761;p28"/>
                <p:cNvSpPr/>
                <p:nvPr/>
              </p:nvSpPr>
              <p:spPr>
                <a:xfrm>
                  <a:off x="6459569" y="5359431"/>
                  <a:ext cx="140303" cy="59054"/>
                </a:xfrm>
                <a:custGeom>
                  <a:avLst/>
                  <a:gdLst/>
                  <a:ahLst/>
                  <a:cxnLst/>
                  <a:rect l="l" t="t" r="r" b="b"/>
                  <a:pathLst>
                    <a:path w="140303" h="59054" extrusionOk="0">
                      <a:moveTo>
                        <a:pt x="0" y="0"/>
                      </a:moveTo>
                      <a:lnTo>
                        <a:pt x="140304" y="0"/>
                      </a:lnTo>
                      <a:lnTo>
                        <a:pt x="140304" y="59055"/>
                      </a:lnTo>
                      <a:lnTo>
                        <a:pt x="0" y="42862"/>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2" name="Google Shape;762;p28"/>
                <p:cNvSpPr/>
                <p:nvPr/>
              </p:nvSpPr>
              <p:spPr>
                <a:xfrm>
                  <a:off x="6715982" y="5359431"/>
                  <a:ext cx="140207" cy="88391"/>
                </a:xfrm>
                <a:custGeom>
                  <a:avLst/>
                  <a:gdLst/>
                  <a:ahLst/>
                  <a:cxnLst/>
                  <a:rect l="l" t="t" r="r" b="b"/>
                  <a:pathLst>
                    <a:path w="140207" h="88391" extrusionOk="0">
                      <a:moveTo>
                        <a:pt x="140208" y="0"/>
                      </a:moveTo>
                      <a:lnTo>
                        <a:pt x="140208" y="88392"/>
                      </a:lnTo>
                      <a:lnTo>
                        <a:pt x="0" y="72295"/>
                      </a:lnTo>
                      <a:lnTo>
                        <a:pt x="0" y="0"/>
                      </a:lnTo>
                      <a:lnTo>
                        <a:pt x="14020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3" name="Google Shape;763;p28"/>
                <p:cNvSpPr/>
                <p:nvPr/>
              </p:nvSpPr>
              <p:spPr>
                <a:xfrm>
                  <a:off x="6183439" y="5647467"/>
                  <a:ext cx="948880" cy="39528"/>
                </a:xfrm>
                <a:custGeom>
                  <a:avLst/>
                  <a:gdLst/>
                  <a:ahLst/>
                  <a:cxnLst/>
                  <a:rect l="l" t="t" r="r" b="b"/>
                  <a:pathLst>
                    <a:path w="948880" h="39528" extrusionOk="0">
                      <a:moveTo>
                        <a:pt x="0" y="0"/>
                      </a:moveTo>
                      <a:lnTo>
                        <a:pt x="948880" y="0"/>
                      </a:lnTo>
                      <a:lnTo>
                        <a:pt x="948880" y="39529"/>
                      </a:lnTo>
                      <a:lnTo>
                        <a:pt x="0" y="3952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64" name="Google Shape;764;p28"/>
              <p:cNvSpPr/>
              <p:nvPr/>
            </p:nvSpPr>
            <p:spPr>
              <a:xfrm>
                <a:off x="5311140" y="3874579"/>
                <a:ext cx="2693384" cy="1517428"/>
              </a:xfrm>
              <a:custGeom>
                <a:avLst/>
                <a:gdLst/>
                <a:ahLst/>
                <a:cxnLst/>
                <a:rect l="l" t="t" r="r" b="b"/>
                <a:pathLst>
                  <a:path w="2693384" h="1517428" extrusionOk="0">
                    <a:moveTo>
                      <a:pt x="2693384" y="107442"/>
                    </a:moveTo>
                    <a:lnTo>
                      <a:pt x="2693384" y="1409890"/>
                    </a:lnTo>
                    <a:cubicBezTo>
                      <a:pt x="2693384" y="1469231"/>
                      <a:pt x="2645283" y="1517428"/>
                      <a:pt x="2585847" y="1517428"/>
                    </a:cubicBezTo>
                    <a:lnTo>
                      <a:pt x="107537" y="1517428"/>
                    </a:lnTo>
                    <a:cubicBezTo>
                      <a:pt x="48101" y="1517428"/>
                      <a:pt x="0" y="1469231"/>
                      <a:pt x="0" y="1409890"/>
                    </a:cubicBezTo>
                    <a:lnTo>
                      <a:pt x="0" y="107442"/>
                    </a:lnTo>
                    <a:cubicBezTo>
                      <a:pt x="0" y="48101"/>
                      <a:pt x="48101" y="0"/>
                      <a:pt x="107537" y="0"/>
                    </a:cubicBezTo>
                    <a:lnTo>
                      <a:pt x="2585847" y="0"/>
                    </a:lnTo>
                    <a:cubicBezTo>
                      <a:pt x="2645283" y="0"/>
                      <a:pt x="2693384" y="48101"/>
                      <a:pt x="2693384" y="1074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5" name="Google Shape;765;p28"/>
              <p:cNvSpPr/>
              <p:nvPr/>
            </p:nvSpPr>
            <p:spPr>
              <a:xfrm>
                <a:off x="5311140" y="4009739"/>
                <a:ext cx="2693384" cy="1223295"/>
              </a:xfrm>
              <a:custGeom>
                <a:avLst/>
                <a:gdLst/>
                <a:ahLst/>
                <a:cxnLst/>
                <a:rect l="l" t="t" r="r" b="b"/>
                <a:pathLst>
                  <a:path w="2693384" h="1223295" extrusionOk="0">
                    <a:moveTo>
                      <a:pt x="0" y="0"/>
                    </a:moveTo>
                    <a:lnTo>
                      <a:pt x="2693384" y="0"/>
                    </a:lnTo>
                    <a:lnTo>
                      <a:pt x="2693384" y="1223296"/>
                    </a:lnTo>
                    <a:lnTo>
                      <a:pt x="0" y="1223296"/>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6" name="Google Shape;766;p28"/>
              <p:cNvSpPr/>
              <p:nvPr/>
            </p:nvSpPr>
            <p:spPr>
              <a:xfrm>
                <a:off x="6619875" y="5273611"/>
                <a:ext cx="76009" cy="76009"/>
              </a:xfrm>
              <a:custGeom>
                <a:avLst/>
                <a:gdLst/>
                <a:ahLst/>
                <a:cxnLst/>
                <a:rect l="l" t="t" r="r" b="b"/>
                <a:pathLst>
                  <a:path w="76009" h="76009" extrusionOk="0">
                    <a:moveTo>
                      <a:pt x="76009" y="38005"/>
                    </a:moveTo>
                    <a:cubicBezTo>
                      <a:pt x="76009" y="58960"/>
                      <a:pt x="59055" y="76010"/>
                      <a:pt x="38005" y="76010"/>
                    </a:cubicBezTo>
                    <a:cubicBezTo>
                      <a:pt x="16955" y="76010"/>
                      <a:pt x="0" y="59055"/>
                      <a:pt x="0" y="38005"/>
                    </a:cubicBezTo>
                    <a:cubicBezTo>
                      <a:pt x="0" y="16954"/>
                      <a:pt x="16955" y="0"/>
                      <a:pt x="38005" y="0"/>
                    </a:cubicBezTo>
                    <a:cubicBezTo>
                      <a:pt x="59055" y="0"/>
                      <a:pt x="76009" y="16954"/>
                      <a:pt x="76009" y="3800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67" name="Google Shape;767;p28"/>
            <p:cNvGrpSpPr/>
            <p:nvPr/>
          </p:nvGrpSpPr>
          <p:grpSpPr>
            <a:xfrm>
              <a:off x="6285440" y="656304"/>
              <a:ext cx="1654423" cy="835905"/>
              <a:chOff x="5905690" y="2867310"/>
              <a:chExt cx="1504568" cy="760190"/>
            </a:xfrm>
          </p:grpSpPr>
          <p:sp>
            <p:nvSpPr>
              <p:cNvPr id="768" name="Google Shape;768;p28"/>
              <p:cNvSpPr/>
              <p:nvPr/>
            </p:nvSpPr>
            <p:spPr>
              <a:xfrm>
                <a:off x="5905690" y="2867310"/>
                <a:ext cx="1504568" cy="760190"/>
              </a:xfrm>
              <a:custGeom>
                <a:avLst/>
                <a:gdLst/>
                <a:ahLst/>
                <a:cxnLst/>
                <a:rect l="l" t="t" r="r" b="b"/>
                <a:pathLst>
                  <a:path w="1504568" h="760190" extrusionOk="0">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9" name="Google Shape;769;p28"/>
              <p:cNvSpPr/>
              <p:nvPr/>
            </p:nvSpPr>
            <p:spPr>
              <a:xfrm>
                <a:off x="5905690" y="2918364"/>
                <a:ext cx="922591" cy="709136"/>
              </a:xfrm>
              <a:custGeom>
                <a:avLst/>
                <a:gdLst/>
                <a:ahLst/>
                <a:cxnLst/>
                <a:rect l="l" t="t" r="r" b="b"/>
                <a:pathLst>
                  <a:path w="922591" h="709136" extrusionOk="0">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70" name="Google Shape;770;p28"/>
            <p:cNvGrpSpPr/>
            <p:nvPr/>
          </p:nvGrpSpPr>
          <p:grpSpPr>
            <a:xfrm>
              <a:off x="8276803" y="1327941"/>
              <a:ext cx="387944" cy="273258"/>
              <a:chOff x="7716678" y="3270218"/>
              <a:chExt cx="352805" cy="248507"/>
            </a:xfrm>
          </p:grpSpPr>
          <p:sp>
            <p:nvSpPr>
              <p:cNvPr id="771" name="Google Shape;771;p28"/>
              <p:cNvSpPr/>
              <p:nvPr/>
            </p:nvSpPr>
            <p:spPr>
              <a:xfrm>
                <a:off x="7716678" y="3270218"/>
                <a:ext cx="352805" cy="248507"/>
              </a:xfrm>
              <a:custGeom>
                <a:avLst/>
                <a:gdLst/>
                <a:ahLst/>
                <a:cxnLst/>
                <a:rect l="l" t="t" r="r" b="b"/>
                <a:pathLst>
                  <a:path w="352805" h="248507" extrusionOk="0">
                    <a:moveTo>
                      <a:pt x="261938" y="0"/>
                    </a:moveTo>
                    <a:lnTo>
                      <a:pt x="90868" y="0"/>
                    </a:lnTo>
                    <a:cubicBezTo>
                      <a:pt x="40862" y="0"/>
                      <a:pt x="0" y="40862"/>
                      <a:pt x="0" y="90869"/>
                    </a:cubicBezTo>
                    <a:cubicBezTo>
                      <a:pt x="0" y="140875"/>
                      <a:pt x="38100" y="178879"/>
                      <a:pt x="85725" y="181642"/>
                    </a:cubicBezTo>
                    <a:lnTo>
                      <a:pt x="29527" y="248508"/>
                    </a:lnTo>
                    <a:lnTo>
                      <a:pt x="135445" y="181833"/>
                    </a:lnTo>
                    <a:lnTo>
                      <a:pt x="261938" y="181833"/>
                    </a:lnTo>
                    <a:cubicBezTo>
                      <a:pt x="311944" y="181833"/>
                      <a:pt x="352806" y="140970"/>
                      <a:pt x="352806" y="90964"/>
                    </a:cubicBezTo>
                    <a:cubicBezTo>
                      <a:pt x="352806" y="40958"/>
                      <a:pt x="311944" y="95"/>
                      <a:pt x="261938" y="9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2" name="Google Shape;772;p28"/>
              <p:cNvSpPr/>
              <p:nvPr/>
            </p:nvSpPr>
            <p:spPr>
              <a:xfrm>
                <a:off x="7783353" y="3331749"/>
                <a:ext cx="219455" cy="59054"/>
              </a:xfrm>
              <a:custGeom>
                <a:avLst/>
                <a:gdLst/>
                <a:ahLst/>
                <a:cxnLst/>
                <a:rect l="l" t="t" r="r" b="b"/>
                <a:pathLst>
                  <a:path w="219455" h="59054" extrusionOk="0">
                    <a:moveTo>
                      <a:pt x="29527" y="0"/>
                    </a:moveTo>
                    <a:cubicBezTo>
                      <a:pt x="13239" y="0"/>
                      <a:pt x="0" y="13240"/>
                      <a:pt x="0" y="29528"/>
                    </a:cubicBezTo>
                    <a:cubicBezTo>
                      <a:pt x="0" y="45815"/>
                      <a:pt x="13239" y="59055"/>
                      <a:pt x="29527" y="59055"/>
                    </a:cubicBezTo>
                    <a:cubicBezTo>
                      <a:pt x="45815" y="59055"/>
                      <a:pt x="59055" y="45815"/>
                      <a:pt x="59055" y="29528"/>
                    </a:cubicBezTo>
                    <a:cubicBezTo>
                      <a:pt x="59055" y="13240"/>
                      <a:pt x="45815" y="0"/>
                      <a:pt x="29527" y="0"/>
                    </a:cubicBezTo>
                    <a:close/>
                    <a:moveTo>
                      <a:pt x="109728" y="0"/>
                    </a:moveTo>
                    <a:cubicBezTo>
                      <a:pt x="93440" y="0"/>
                      <a:pt x="80200" y="13240"/>
                      <a:pt x="80200" y="29528"/>
                    </a:cubicBezTo>
                    <a:cubicBezTo>
                      <a:pt x="80200" y="45815"/>
                      <a:pt x="93440" y="59055"/>
                      <a:pt x="109728" y="59055"/>
                    </a:cubicBezTo>
                    <a:cubicBezTo>
                      <a:pt x="126016" y="59055"/>
                      <a:pt x="139255" y="45815"/>
                      <a:pt x="139255" y="29528"/>
                    </a:cubicBezTo>
                    <a:cubicBezTo>
                      <a:pt x="139255" y="13240"/>
                      <a:pt x="126016" y="0"/>
                      <a:pt x="109728" y="0"/>
                    </a:cubicBezTo>
                    <a:close/>
                    <a:moveTo>
                      <a:pt x="189929" y="0"/>
                    </a:moveTo>
                    <a:cubicBezTo>
                      <a:pt x="173641" y="0"/>
                      <a:pt x="160401" y="13240"/>
                      <a:pt x="160401" y="29528"/>
                    </a:cubicBezTo>
                    <a:cubicBezTo>
                      <a:pt x="160401" y="45815"/>
                      <a:pt x="173641" y="59055"/>
                      <a:pt x="189929" y="59055"/>
                    </a:cubicBezTo>
                    <a:cubicBezTo>
                      <a:pt x="206216" y="59055"/>
                      <a:pt x="219456" y="45815"/>
                      <a:pt x="219456" y="29528"/>
                    </a:cubicBezTo>
                    <a:cubicBezTo>
                      <a:pt x="219456" y="13240"/>
                      <a:pt x="206216" y="0"/>
                      <a:pt x="18992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73" name="Google Shape;773;p28"/>
            <p:cNvSpPr/>
            <p:nvPr/>
          </p:nvSpPr>
          <p:spPr>
            <a:xfrm>
              <a:off x="7148815" y="1542896"/>
              <a:ext cx="10501" cy="432759"/>
            </a:xfrm>
            <a:custGeom>
              <a:avLst/>
              <a:gdLst/>
              <a:ahLst/>
              <a:cxnLst/>
              <a:rect l="l" t="t" r="r" b="b"/>
              <a:pathLst>
                <a:path w="9525" h="392525" extrusionOk="0">
                  <a:moveTo>
                    <a:pt x="0" y="0"/>
                  </a:moveTo>
                  <a:lnTo>
                    <a:pt x="0" y="392525"/>
                  </a:lnTo>
                </a:path>
              </a:pathLst>
            </a:custGeom>
            <a:noFill/>
            <a:ln w="29900" cap="rnd"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74" name="Google Shape;774;p28"/>
            <p:cNvGrpSpPr/>
            <p:nvPr/>
          </p:nvGrpSpPr>
          <p:grpSpPr>
            <a:xfrm>
              <a:off x="5483130" y="2415465"/>
              <a:ext cx="27232" cy="532378"/>
              <a:chOff x="3534917" y="4467129"/>
              <a:chExt cx="24765" cy="484156"/>
            </a:xfrm>
          </p:grpSpPr>
          <p:sp>
            <p:nvSpPr>
              <p:cNvPr id="775" name="Google Shape;775;p28"/>
              <p:cNvSpPr/>
              <p:nvPr/>
            </p:nvSpPr>
            <p:spPr>
              <a:xfrm>
                <a:off x="3547300" y="4478845"/>
                <a:ext cx="9525" cy="460724"/>
              </a:xfrm>
              <a:custGeom>
                <a:avLst/>
                <a:gdLst/>
                <a:ahLst/>
                <a:cxnLst/>
                <a:rect l="l" t="t" r="r" b="b"/>
                <a:pathLst>
                  <a:path w="9525" h="460724" extrusionOk="0">
                    <a:moveTo>
                      <a:pt x="0" y="460724"/>
                    </a:moveTo>
                    <a:lnTo>
                      <a:pt x="0" y="0"/>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6" name="Google Shape;776;p28"/>
              <p:cNvSpPr/>
              <p:nvPr/>
            </p:nvSpPr>
            <p:spPr>
              <a:xfrm>
                <a:off x="3534917" y="4926520"/>
                <a:ext cx="24765" cy="24765"/>
              </a:xfrm>
              <a:custGeom>
                <a:avLst/>
                <a:gdLst/>
                <a:ahLst/>
                <a:cxnLst/>
                <a:rect l="l" t="t" r="r" b="b"/>
                <a:pathLst>
                  <a:path w="24765" h="24765" extrusionOk="0">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7" name="Google Shape;777;p28"/>
              <p:cNvSpPr/>
              <p:nvPr/>
            </p:nvSpPr>
            <p:spPr>
              <a:xfrm>
                <a:off x="3534917" y="4467129"/>
                <a:ext cx="24765" cy="24765"/>
              </a:xfrm>
              <a:custGeom>
                <a:avLst/>
                <a:gdLst/>
                <a:ahLst/>
                <a:cxnLst/>
                <a:rect l="l" t="t" r="r" b="b"/>
                <a:pathLst>
                  <a:path w="24765" h="24765" extrusionOk="0">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78" name="Google Shape;778;p28"/>
            <p:cNvGrpSpPr/>
            <p:nvPr/>
          </p:nvGrpSpPr>
          <p:grpSpPr>
            <a:xfrm>
              <a:off x="5643247" y="2277185"/>
              <a:ext cx="749418" cy="303868"/>
              <a:chOff x="3680531" y="4341375"/>
              <a:chExt cx="681537" cy="276344"/>
            </a:xfrm>
          </p:grpSpPr>
          <p:sp>
            <p:nvSpPr>
              <p:cNvPr id="779" name="Google Shape;779;p28"/>
              <p:cNvSpPr/>
              <p:nvPr/>
            </p:nvSpPr>
            <p:spPr>
              <a:xfrm>
                <a:off x="3692461" y="4353401"/>
                <a:ext cx="657796" cy="251936"/>
              </a:xfrm>
              <a:custGeom>
                <a:avLst/>
                <a:gdLst/>
                <a:ahLst/>
                <a:cxnLst/>
                <a:rect l="l" t="t" r="r" b="b"/>
                <a:pathLst>
                  <a:path w="657796" h="251936" extrusionOk="0">
                    <a:moveTo>
                      <a:pt x="0" y="0"/>
                    </a:moveTo>
                    <a:lnTo>
                      <a:pt x="217075" y="217075"/>
                    </a:lnTo>
                    <a:cubicBezTo>
                      <a:pt x="239363" y="239363"/>
                      <a:pt x="269653" y="251936"/>
                      <a:pt x="301180" y="251936"/>
                    </a:cubicBezTo>
                    <a:lnTo>
                      <a:pt x="657797" y="251936"/>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0" name="Google Shape;780;p28"/>
              <p:cNvSpPr/>
              <p:nvPr/>
            </p:nvSpPr>
            <p:spPr>
              <a:xfrm>
                <a:off x="3680531" y="4341375"/>
                <a:ext cx="24812" cy="24812"/>
              </a:xfrm>
              <a:custGeom>
                <a:avLst/>
                <a:gdLst/>
                <a:ahLst/>
                <a:cxnLst/>
                <a:rect l="l" t="t" r="r" b="b"/>
                <a:pathLst>
                  <a:path w="24812" h="24812" extrusionOk="0">
                    <a:moveTo>
                      <a:pt x="3643" y="21169"/>
                    </a:moveTo>
                    <a:cubicBezTo>
                      <a:pt x="-1214" y="16312"/>
                      <a:pt x="-1214" y="8501"/>
                      <a:pt x="3643" y="3643"/>
                    </a:cubicBezTo>
                    <a:cubicBezTo>
                      <a:pt x="8501" y="-1214"/>
                      <a:pt x="16312" y="-1214"/>
                      <a:pt x="21169" y="3643"/>
                    </a:cubicBezTo>
                    <a:cubicBezTo>
                      <a:pt x="26027" y="8501"/>
                      <a:pt x="26027" y="16312"/>
                      <a:pt x="21169" y="21169"/>
                    </a:cubicBezTo>
                    <a:cubicBezTo>
                      <a:pt x="16312" y="26027"/>
                      <a:pt x="8501" y="26027"/>
                      <a:pt x="3643" y="21169"/>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1" name="Google Shape;781;p28"/>
              <p:cNvSpPr/>
              <p:nvPr/>
            </p:nvSpPr>
            <p:spPr>
              <a:xfrm>
                <a:off x="4337303" y="4592955"/>
                <a:ext cx="24765" cy="24764"/>
              </a:xfrm>
              <a:custGeom>
                <a:avLst/>
                <a:gdLst/>
                <a:ahLst/>
                <a:cxnLst/>
                <a:rect l="l" t="t" r="r" b="b"/>
                <a:pathLst>
                  <a:path w="24765" h="24764" extrusionOk="0">
                    <a:moveTo>
                      <a:pt x="12383" y="24765"/>
                    </a:moveTo>
                    <a:cubicBezTo>
                      <a:pt x="19241" y="24765"/>
                      <a:pt x="24765" y="19240"/>
                      <a:pt x="24765" y="12382"/>
                    </a:cubicBezTo>
                    <a:cubicBezTo>
                      <a:pt x="24765" y="5524"/>
                      <a:pt x="19241" y="0"/>
                      <a:pt x="12383" y="0"/>
                    </a:cubicBezTo>
                    <a:cubicBezTo>
                      <a:pt x="5525" y="0"/>
                      <a:pt x="0" y="5524"/>
                      <a:pt x="0" y="12382"/>
                    </a:cubicBezTo>
                    <a:cubicBezTo>
                      <a:pt x="0" y="19240"/>
                      <a:pt x="5525" y="24765"/>
                      <a:pt x="12383" y="24765"/>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82" name="Google Shape;782;p28"/>
            <p:cNvGrpSpPr/>
            <p:nvPr/>
          </p:nvGrpSpPr>
          <p:grpSpPr>
            <a:xfrm>
              <a:off x="8163164" y="4027994"/>
              <a:ext cx="202142" cy="355685"/>
              <a:chOff x="7613332" y="5933598"/>
              <a:chExt cx="183832" cy="323468"/>
            </a:xfrm>
          </p:grpSpPr>
          <p:sp>
            <p:nvSpPr>
              <p:cNvPr id="783" name="Google Shape;783;p28"/>
              <p:cNvSpPr/>
              <p:nvPr/>
            </p:nvSpPr>
            <p:spPr>
              <a:xfrm>
                <a:off x="7613332" y="5933598"/>
                <a:ext cx="183832" cy="323468"/>
              </a:xfrm>
              <a:custGeom>
                <a:avLst/>
                <a:gdLst/>
                <a:ahLst/>
                <a:cxnLst/>
                <a:rect l="l" t="t" r="r" b="b"/>
                <a:pathLst>
                  <a:path w="183832" h="323468" extrusionOk="0">
                    <a:moveTo>
                      <a:pt x="91916" y="323469"/>
                    </a:moveTo>
                    <a:lnTo>
                      <a:pt x="91916" y="323469"/>
                    </a:lnTo>
                    <a:cubicBezTo>
                      <a:pt x="41339" y="323469"/>
                      <a:pt x="0" y="282130"/>
                      <a:pt x="0" y="231553"/>
                    </a:cubicBezTo>
                    <a:lnTo>
                      <a:pt x="0" y="91916"/>
                    </a:lnTo>
                    <a:cubicBezTo>
                      <a:pt x="0" y="41338"/>
                      <a:pt x="41339" y="0"/>
                      <a:pt x="91916" y="0"/>
                    </a:cubicBezTo>
                    <a:lnTo>
                      <a:pt x="91916" y="0"/>
                    </a:lnTo>
                    <a:cubicBezTo>
                      <a:pt x="142494" y="0"/>
                      <a:pt x="183832" y="41338"/>
                      <a:pt x="183832" y="91916"/>
                    </a:cubicBezTo>
                    <a:lnTo>
                      <a:pt x="183832" y="231553"/>
                    </a:lnTo>
                    <a:cubicBezTo>
                      <a:pt x="183832" y="282130"/>
                      <a:pt x="142494" y="323469"/>
                      <a:pt x="91916" y="32346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4" name="Google Shape;784;p28"/>
              <p:cNvSpPr/>
              <p:nvPr/>
            </p:nvSpPr>
            <p:spPr>
              <a:xfrm>
                <a:off x="7699533" y="5961602"/>
                <a:ext cx="11430" cy="54101"/>
              </a:xfrm>
              <a:custGeom>
                <a:avLst/>
                <a:gdLst/>
                <a:ahLst/>
                <a:cxnLst/>
                <a:rect l="l" t="t" r="r" b="b"/>
                <a:pathLst>
                  <a:path w="11430" h="54101" extrusionOk="0">
                    <a:moveTo>
                      <a:pt x="5715" y="54102"/>
                    </a:moveTo>
                    <a:lnTo>
                      <a:pt x="5715" y="54102"/>
                    </a:lnTo>
                    <a:cubicBezTo>
                      <a:pt x="2572" y="54102"/>
                      <a:pt x="0" y="51530"/>
                      <a:pt x="0" y="48387"/>
                    </a:cubicBezTo>
                    <a:lnTo>
                      <a:pt x="0" y="5715"/>
                    </a:lnTo>
                    <a:cubicBezTo>
                      <a:pt x="0" y="2571"/>
                      <a:pt x="2572" y="0"/>
                      <a:pt x="5715" y="0"/>
                    </a:cubicBezTo>
                    <a:lnTo>
                      <a:pt x="5715" y="0"/>
                    </a:lnTo>
                    <a:cubicBezTo>
                      <a:pt x="8859" y="0"/>
                      <a:pt x="11430" y="2571"/>
                      <a:pt x="11430" y="5715"/>
                    </a:cubicBezTo>
                    <a:lnTo>
                      <a:pt x="11430" y="48387"/>
                    </a:lnTo>
                    <a:cubicBezTo>
                      <a:pt x="11430" y="51530"/>
                      <a:pt x="8859" y="54102"/>
                      <a:pt x="5715" y="5410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85" name="Google Shape;785;p28"/>
            <p:cNvGrpSpPr/>
            <p:nvPr/>
          </p:nvGrpSpPr>
          <p:grpSpPr>
            <a:xfrm>
              <a:off x="6427831" y="3923439"/>
              <a:ext cx="1533857" cy="564092"/>
              <a:chOff x="6546554" y="3679108"/>
              <a:chExt cx="1256642" cy="462143"/>
            </a:xfrm>
          </p:grpSpPr>
          <p:sp>
            <p:nvSpPr>
              <p:cNvPr id="786" name="Google Shape;786;p28"/>
              <p:cNvSpPr/>
              <p:nvPr/>
            </p:nvSpPr>
            <p:spPr>
              <a:xfrm>
                <a:off x="6546554" y="3679108"/>
                <a:ext cx="1256642" cy="462143"/>
              </a:xfrm>
              <a:custGeom>
                <a:avLst/>
                <a:gdLst/>
                <a:ahLst/>
                <a:cxnLst/>
                <a:rect l="l" t="t" r="r" b="b"/>
                <a:pathLst>
                  <a:path w="1396269" h="513492" extrusionOk="0">
                    <a:moveTo>
                      <a:pt x="1334738" y="0"/>
                    </a:moveTo>
                    <a:cubicBezTo>
                      <a:pt x="1368721" y="0"/>
                      <a:pt x="1396270" y="27548"/>
                      <a:pt x="1396270" y="61531"/>
                    </a:cubicBezTo>
                    <a:lnTo>
                      <a:pt x="1396270" y="451961"/>
                    </a:lnTo>
                    <a:cubicBezTo>
                      <a:pt x="1396270" y="485944"/>
                      <a:pt x="1368722" y="513493"/>
                      <a:pt x="1334738" y="513493"/>
                    </a:cubicBezTo>
                    <a:lnTo>
                      <a:pt x="61532" y="513493"/>
                    </a:lnTo>
                    <a:cubicBezTo>
                      <a:pt x="27549" y="513493"/>
                      <a:pt x="0" y="485944"/>
                      <a:pt x="0" y="451961"/>
                    </a:cubicBezTo>
                    <a:lnTo>
                      <a:pt x="0" y="61531"/>
                    </a:lnTo>
                    <a:cubicBezTo>
                      <a:pt x="0" y="27549"/>
                      <a:pt x="27548" y="0"/>
                      <a:pt x="61532"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7" name="Google Shape;787;p28"/>
              <p:cNvSpPr/>
              <p:nvPr/>
            </p:nvSpPr>
            <p:spPr>
              <a:xfrm>
                <a:off x="6661108" y="3712144"/>
                <a:ext cx="69522" cy="69522"/>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88" name="Google Shape;788;p28"/>
              <p:cNvGrpSpPr/>
              <p:nvPr/>
            </p:nvGrpSpPr>
            <p:grpSpPr>
              <a:xfrm>
                <a:off x="6805960" y="3712311"/>
                <a:ext cx="391811" cy="69592"/>
                <a:chOff x="6322885" y="5875210"/>
                <a:chExt cx="434911" cy="77247"/>
              </a:xfrm>
            </p:grpSpPr>
            <p:sp>
              <p:nvSpPr>
                <p:cNvPr id="789" name="Google Shape;789;p28"/>
                <p:cNvSpPr/>
                <p:nvPr/>
              </p:nvSpPr>
              <p:spPr>
                <a:xfrm>
                  <a:off x="6322885"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0" name="Google Shape;790;p28"/>
                <p:cNvSpPr/>
                <p:nvPr/>
              </p:nvSpPr>
              <p:spPr>
                <a:xfrm>
                  <a:off x="6412325"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1" name="Google Shape;791;p28"/>
                <p:cNvSpPr/>
                <p:nvPr/>
              </p:nvSpPr>
              <p:spPr>
                <a:xfrm>
                  <a:off x="6501765"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2" name="Google Shape;792;p28"/>
                <p:cNvSpPr/>
                <p:nvPr/>
              </p:nvSpPr>
              <p:spPr>
                <a:xfrm>
                  <a:off x="6591109"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3" name="Google Shape;793;p28"/>
                <p:cNvSpPr/>
                <p:nvPr/>
              </p:nvSpPr>
              <p:spPr>
                <a:xfrm>
                  <a:off x="6680549"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94" name="Google Shape;794;p28"/>
              <p:cNvGrpSpPr/>
              <p:nvPr/>
            </p:nvGrpSpPr>
            <p:grpSpPr>
              <a:xfrm>
                <a:off x="7285642" y="3712311"/>
                <a:ext cx="391897" cy="69592"/>
                <a:chOff x="6855333" y="5875210"/>
                <a:chExt cx="435006" cy="77247"/>
              </a:xfrm>
            </p:grpSpPr>
            <p:sp>
              <p:nvSpPr>
                <p:cNvPr id="795" name="Google Shape;795;p28"/>
                <p:cNvSpPr/>
                <p:nvPr/>
              </p:nvSpPr>
              <p:spPr>
                <a:xfrm>
                  <a:off x="6855333"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6" name="Google Shape;796;p28"/>
                <p:cNvSpPr/>
                <p:nvPr/>
              </p:nvSpPr>
              <p:spPr>
                <a:xfrm>
                  <a:off x="6944772"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7" name="Google Shape;797;p28"/>
                <p:cNvSpPr/>
                <p:nvPr/>
              </p:nvSpPr>
              <p:spPr>
                <a:xfrm>
                  <a:off x="703421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8" name="Google Shape;798;p28"/>
                <p:cNvSpPr/>
                <p:nvPr/>
              </p:nvSpPr>
              <p:spPr>
                <a:xfrm>
                  <a:off x="712365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9" name="Google Shape;799;p28"/>
                <p:cNvSpPr/>
                <p:nvPr/>
              </p:nvSpPr>
              <p:spPr>
                <a:xfrm>
                  <a:off x="721309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00" name="Google Shape;800;p28"/>
              <p:cNvGrpSpPr/>
              <p:nvPr/>
            </p:nvGrpSpPr>
            <p:grpSpPr>
              <a:xfrm>
                <a:off x="6577103" y="3819746"/>
                <a:ext cx="1198690" cy="70794"/>
                <a:chOff x="6068853" y="5994463"/>
                <a:chExt cx="1330547" cy="78581"/>
              </a:xfrm>
            </p:grpSpPr>
            <p:sp>
              <p:nvSpPr>
                <p:cNvPr id="801" name="Google Shape;801;p28"/>
                <p:cNvSpPr/>
                <p:nvPr/>
              </p:nvSpPr>
              <p:spPr>
                <a:xfrm>
                  <a:off x="6068853"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2" name="Google Shape;802;p28"/>
                <p:cNvSpPr/>
                <p:nvPr/>
              </p:nvSpPr>
              <p:spPr>
                <a:xfrm>
                  <a:off x="6173152"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3" name="Google Shape;803;p28"/>
                <p:cNvSpPr/>
                <p:nvPr/>
              </p:nvSpPr>
              <p:spPr>
                <a:xfrm>
                  <a:off x="6277451"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4" name="Google Shape;804;p28"/>
                <p:cNvSpPr/>
                <p:nvPr/>
              </p:nvSpPr>
              <p:spPr>
                <a:xfrm>
                  <a:off x="638184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5" name="Google Shape;805;p28"/>
                <p:cNvSpPr/>
                <p:nvPr/>
              </p:nvSpPr>
              <p:spPr>
                <a:xfrm>
                  <a:off x="6486144"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6" name="Google Shape;806;p28"/>
                <p:cNvSpPr/>
                <p:nvPr/>
              </p:nvSpPr>
              <p:spPr>
                <a:xfrm>
                  <a:off x="6590442"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7" name="Google Shape;807;p28"/>
                <p:cNvSpPr/>
                <p:nvPr/>
              </p:nvSpPr>
              <p:spPr>
                <a:xfrm>
                  <a:off x="6694836"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8" name="Google Shape;808;p28"/>
                <p:cNvSpPr/>
                <p:nvPr/>
              </p:nvSpPr>
              <p:spPr>
                <a:xfrm>
                  <a:off x="679913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9" name="Google Shape;809;p28"/>
                <p:cNvSpPr/>
                <p:nvPr/>
              </p:nvSpPr>
              <p:spPr>
                <a:xfrm>
                  <a:off x="6903434"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0" name="Google Shape;810;p28"/>
                <p:cNvSpPr/>
                <p:nvPr/>
              </p:nvSpPr>
              <p:spPr>
                <a:xfrm>
                  <a:off x="7007828"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1" name="Google Shape;811;p28"/>
                <p:cNvSpPr/>
                <p:nvPr/>
              </p:nvSpPr>
              <p:spPr>
                <a:xfrm>
                  <a:off x="7112126"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2" name="Google Shape;812;p28"/>
                <p:cNvSpPr/>
                <p:nvPr/>
              </p:nvSpPr>
              <p:spPr>
                <a:xfrm>
                  <a:off x="721642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3" name="Google Shape;813;p28"/>
                <p:cNvSpPr/>
                <p:nvPr/>
              </p:nvSpPr>
              <p:spPr>
                <a:xfrm>
                  <a:off x="7320819" y="5994463"/>
                  <a:ext cx="78581" cy="78581"/>
                </a:xfrm>
                <a:custGeom>
                  <a:avLst/>
                  <a:gdLst/>
                  <a:ahLst/>
                  <a:cxnLst/>
                  <a:rect l="l" t="t" r="r" b="b"/>
                  <a:pathLst>
                    <a:path w="78581" h="78581" extrusionOk="0">
                      <a:moveTo>
                        <a:pt x="0" y="0"/>
                      </a:moveTo>
                      <a:lnTo>
                        <a:pt x="78582" y="0"/>
                      </a:lnTo>
                      <a:lnTo>
                        <a:pt x="78582"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14" name="Google Shape;814;p28"/>
              <p:cNvGrpSpPr/>
              <p:nvPr/>
            </p:nvGrpSpPr>
            <p:grpSpPr>
              <a:xfrm>
                <a:off x="6577103" y="3995572"/>
                <a:ext cx="1198690" cy="70794"/>
                <a:chOff x="6068853" y="6189630"/>
                <a:chExt cx="1330547" cy="78581"/>
              </a:xfrm>
            </p:grpSpPr>
            <p:sp>
              <p:nvSpPr>
                <p:cNvPr id="815" name="Google Shape;815;p28"/>
                <p:cNvSpPr/>
                <p:nvPr/>
              </p:nvSpPr>
              <p:spPr>
                <a:xfrm>
                  <a:off x="6068853"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6" name="Google Shape;816;p28"/>
                <p:cNvSpPr/>
                <p:nvPr/>
              </p:nvSpPr>
              <p:spPr>
                <a:xfrm>
                  <a:off x="6173152"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7" name="Google Shape;817;p28"/>
                <p:cNvSpPr/>
                <p:nvPr/>
              </p:nvSpPr>
              <p:spPr>
                <a:xfrm>
                  <a:off x="6277451" y="6189630"/>
                  <a:ext cx="497300" cy="78581"/>
                </a:xfrm>
                <a:custGeom>
                  <a:avLst/>
                  <a:gdLst/>
                  <a:ahLst/>
                  <a:cxnLst/>
                  <a:rect l="l" t="t" r="r" b="b"/>
                  <a:pathLst>
                    <a:path w="497300" h="78581" extrusionOk="0">
                      <a:moveTo>
                        <a:pt x="0" y="0"/>
                      </a:moveTo>
                      <a:lnTo>
                        <a:pt x="497300" y="0"/>
                      </a:lnTo>
                      <a:lnTo>
                        <a:pt x="497300"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8" name="Google Shape;818;p28"/>
                <p:cNvSpPr/>
                <p:nvPr/>
              </p:nvSpPr>
              <p:spPr>
                <a:xfrm>
                  <a:off x="6799135"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9" name="Google Shape;819;p28"/>
                <p:cNvSpPr/>
                <p:nvPr/>
              </p:nvSpPr>
              <p:spPr>
                <a:xfrm>
                  <a:off x="6903434"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0" name="Google Shape;820;p28"/>
                <p:cNvSpPr/>
                <p:nvPr/>
              </p:nvSpPr>
              <p:spPr>
                <a:xfrm>
                  <a:off x="7007828"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1" name="Google Shape;821;p28"/>
                <p:cNvSpPr/>
                <p:nvPr/>
              </p:nvSpPr>
              <p:spPr>
                <a:xfrm>
                  <a:off x="7112126"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2" name="Google Shape;822;p28"/>
                <p:cNvSpPr/>
                <p:nvPr/>
              </p:nvSpPr>
              <p:spPr>
                <a:xfrm>
                  <a:off x="7216425"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3" name="Google Shape;823;p28"/>
                <p:cNvSpPr/>
                <p:nvPr/>
              </p:nvSpPr>
              <p:spPr>
                <a:xfrm>
                  <a:off x="7320819" y="6189630"/>
                  <a:ext cx="78581" cy="78581"/>
                </a:xfrm>
                <a:custGeom>
                  <a:avLst/>
                  <a:gdLst/>
                  <a:ahLst/>
                  <a:cxnLst/>
                  <a:rect l="l" t="t" r="r" b="b"/>
                  <a:pathLst>
                    <a:path w="78581" h="78581" extrusionOk="0">
                      <a:moveTo>
                        <a:pt x="0" y="0"/>
                      </a:moveTo>
                      <a:lnTo>
                        <a:pt x="78582" y="0"/>
                      </a:lnTo>
                      <a:lnTo>
                        <a:pt x="78582"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24" name="Google Shape;824;p28"/>
              <p:cNvGrpSpPr/>
              <p:nvPr/>
            </p:nvGrpSpPr>
            <p:grpSpPr>
              <a:xfrm>
                <a:off x="6622239" y="3908904"/>
                <a:ext cx="1104727" cy="70794"/>
                <a:chOff x="6118955" y="6093428"/>
                <a:chExt cx="1226248" cy="78581"/>
              </a:xfrm>
            </p:grpSpPr>
            <p:sp>
              <p:nvSpPr>
                <p:cNvPr id="825" name="Google Shape;825;p28"/>
                <p:cNvSpPr/>
                <p:nvPr/>
              </p:nvSpPr>
              <p:spPr>
                <a:xfrm>
                  <a:off x="6118955"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6" name="Google Shape;826;p28"/>
                <p:cNvSpPr/>
                <p:nvPr/>
              </p:nvSpPr>
              <p:spPr>
                <a:xfrm>
                  <a:off x="6223254"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7" name="Google Shape;827;p28"/>
                <p:cNvSpPr/>
                <p:nvPr/>
              </p:nvSpPr>
              <p:spPr>
                <a:xfrm>
                  <a:off x="632764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8" name="Google Shape;828;p28"/>
                <p:cNvSpPr/>
                <p:nvPr/>
              </p:nvSpPr>
              <p:spPr>
                <a:xfrm>
                  <a:off x="6431946"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9" name="Google Shape;829;p28"/>
                <p:cNvSpPr/>
                <p:nvPr/>
              </p:nvSpPr>
              <p:spPr>
                <a:xfrm>
                  <a:off x="6536245"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0" name="Google Shape;830;p28"/>
                <p:cNvSpPr/>
                <p:nvPr/>
              </p:nvSpPr>
              <p:spPr>
                <a:xfrm>
                  <a:off x="6640639"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1" name="Google Shape;831;p28"/>
                <p:cNvSpPr/>
                <p:nvPr/>
              </p:nvSpPr>
              <p:spPr>
                <a:xfrm>
                  <a:off x="674493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2" name="Google Shape;832;p28"/>
                <p:cNvSpPr/>
                <p:nvPr/>
              </p:nvSpPr>
              <p:spPr>
                <a:xfrm>
                  <a:off x="6849237"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3" name="Google Shape;833;p28"/>
                <p:cNvSpPr/>
                <p:nvPr/>
              </p:nvSpPr>
              <p:spPr>
                <a:xfrm>
                  <a:off x="6953631"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4" name="Google Shape;834;p28"/>
                <p:cNvSpPr/>
                <p:nvPr/>
              </p:nvSpPr>
              <p:spPr>
                <a:xfrm>
                  <a:off x="7057929"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5" name="Google Shape;835;p28"/>
                <p:cNvSpPr/>
                <p:nvPr/>
              </p:nvSpPr>
              <p:spPr>
                <a:xfrm>
                  <a:off x="716222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6" name="Google Shape;836;p28"/>
                <p:cNvSpPr/>
                <p:nvPr/>
              </p:nvSpPr>
              <p:spPr>
                <a:xfrm>
                  <a:off x="7266622"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37" name="Google Shape;837;p28"/>
              <p:cNvSpPr/>
              <p:nvPr/>
            </p:nvSpPr>
            <p:spPr>
              <a:xfrm>
                <a:off x="7740658" y="3711543"/>
                <a:ext cx="33604" cy="33604"/>
              </a:xfrm>
              <a:custGeom>
                <a:avLst/>
                <a:gdLst/>
                <a:ahLst/>
                <a:cxnLst/>
                <a:rect l="l" t="t" r="r" b="b"/>
                <a:pathLst>
                  <a:path w="37338" h="37338" extrusionOk="0">
                    <a:moveTo>
                      <a:pt x="37338" y="18669"/>
                    </a:moveTo>
                    <a:cubicBezTo>
                      <a:pt x="37338" y="28980"/>
                      <a:pt x="28980" y="37338"/>
                      <a:pt x="18669" y="37338"/>
                    </a:cubicBezTo>
                    <a:cubicBezTo>
                      <a:pt x="8358" y="37338"/>
                      <a:pt x="0" y="28980"/>
                      <a:pt x="0" y="18669"/>
                    </a:cubicBezTo>
                    <a:cubicBezTo>
                      <a:pt x="0" y="8359"/>
                      <a:pt x="8358" y="0"/>
                      <a:pt x="18669" y="0"/>
                    </a:cubicBezTo>
                    <a:cubicBezTo>
                      <a:pt x="28979" y="0"/>
                      <a:pt x="37338" y="8358"/>
                      <a:pt x="37338" y="1866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38" name="Google Shape;838;p28"/>
            <p:cNvGrpSpPr/>
            <p:nvPr/>
          </p:nvGrpSpPr>
          <p:grpSpPr>
            <a:xfrm>
              <a:off x="6367914" y="2012818"/>
              <a:ext cx="1448168" cy="1250722"/>
              <a:chOff x="6497466" y="2113795"/>
              <a:chExt cx="1186439" cy="1024678"/>
            </a:xfrm>
          </p:grpSpPr>
          <p:sp>
            <p:nvSpPr>
              <p:cNvPr id="839" name="Google Shape;839;p28"/>
              <p:cNvSpPr/>
              <p:nvPr/>
            </p:nvSpPr>
            <p:spPr>
              <a:xfrm>
                <a:off x="6497466" y="2113795"/>
                <a:ext cx="1186433" cy="1024678"/>
              </a:xfrm>
              <a:custGeom>
                <a:avLst/>
                <a:gdLst/>
                <a:ahLst/>
                <a:cxnLst/>
                <a:rect l="l" t="t" r="r" b="b"/>
                <a:pathLst>
                  <a:path w="1318259" h="1915286" extrusionOk="0">
                    <a:moveTo>
                      <a:pt x="1266444" y="0"/>
                    </a:moveTo>
                    <a:cubicBezTo>
                      <a:pt x="1295061" y="0"/>
                      <a:pt x="1318260" y="23199"/>
                      <a:pt x="1318260" y="51816"/>
                    </a:cubicBezTo>
                    <a:lnTo>
                      <a:pt x="1318260" y="1863471"/>
                    </a:lnTo>
                    <a:cubicBezTo>
                      <a:pt x="1318260" y="1892089"/>
                      <a:pt x="1295061" y="1915287"/>
                      <a:pt x="1266444" y="1915287"/>
                    </a:cubicBezTo>
                    <a:lnTo>
                      <a:pt x="51816" y="1915287"/>
                    </a:lnTo>
                    <a:cubicBezTo>
                      <a:pt x="23198" y="1915287"/>
                      <a:pt x="0" y="1892089"/>
                      <a:pt x="0" y="1863471"/>
                    </a:cubicBezTo>
                    <a:lnTo>
                      <a:pt x="0" y="51816"/>
                    </a:lnTo>
                    <a:cubicBezTo>
                      <a:pt x="0" y="23199"/>
                      <a:pt x="23198" y="0"/>
                      <a:pt x="51816"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0" name="Google Shape;840;p28"/>
              <p:cNvSpPr/>
              <p:nvPr/>
            </p:nvSpPr>
            <p:spPr>
              <a:xfrm>
                <a:off x="6497472" y="2113798"/>
                <a:ext cx="1186433" cy="84696"/>
              </a:xfrm>
              <a:custGeom>
                <a:avLst/>
                <a:gdLst/>
                <a:ahLst/>
                <a:cxnLst/>
                <a:rect l="l" t="t" r="r" b="b"/>
                <a:pathLst>
                  <a:path w="1318259" h="94107" extrusionOk="0">
                    <a:moveTo>
                      <a:pt x="1318260" y="51816"/>
                    </a:moveTo>
                    <a:lnTo>
                      <a:pt x="1318260" y="94107"/>
                    </a:lnTo>
                    <a:lnTo>
                      <a:pt x="0" y="94107"/>
                    </a:lnTo>
                    <a:lnTo>
                      <a:pt x="0" y="51816"/>
                    </a:lnTo>
                    <a:cubicBezTo>
                      <a:pt x="0" y="23241"/>
                      <a:pt x="23241" y="0"/>
                      <a:pt x="51816" y="0"/>
                    </a:cubicBezTo>
                    <a:lnTo>
                      <a:pt x="1266444" y="0"/>
                    </a:lnTo>
                    <a:cubicBezTo>
                      <a:pt x="1295019" y="0"/>
                      <a:pt x="1318260" y="23241"/>
                      <a:pt x="1318260" y="5181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41" name="Google Shape;841;p28"/>
              <p:cNvGrpSpPr/>
              <p:nvPr/>
            </p:nvGrpSpPr>
            <p:grpSpPr>
              <a:xfrm>
                <a:off x="7512268" y="2145579"/>
                <a:ext cx="126741" cy="28145"/>
                <a:chOff x="7106888" y="4136136"/>
                <a:chExt cx="140683" cy="31241"/>
              </a:xfrm>
            </p:grpSpPr>
            <p:sp>
              <p:nvSpPr>
                <p:cNvPr id="842" name="Google Shape;842;p28"/>
                <p:cNvSpPr/>
                <p:nvPr/>
              </p:nvSpPr>
              <p:spPr>
                <a:xfrm>
                  <a:off x="7216330"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3" name="Google Shape;843;p28"/>
                <p:cNvSpPr/>
                <p:nvPr/>
              </p:nvSpPr>
              <p:spPr>
                <a:xfrm>
                  <a:off x="7161561"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4" name="Google Shape;844;p28"/>
                <p:cNvSpPr/>
                <p:nvPr/>
              </p:nvSpPr>
              <p:spPr>
                <a:xfrm>
                  <a:off x="7106888" y="4136136"/>
                  <a:ext cx="31241" cy="31241"/>
                </a:xfrm>
                <a:custGeom>
                  <a:avLst/>
                  <a:gdLst/>
                  <a:ahLst/>
                  <a:cxnLst/>
                  <a:rect l="l" t="t" r="r" b="b"/>
                  <a:pathLst>
                    <a:path w="31241" h="31241" extrusionOk="0">
                      <a:moveTo>
                        <a:pt x="31242" y="15621"/>
                      </a:moveTo>
                      <a:cubicBezTo>
                        <a:pt x="31242" y="24248"/>
                        <a:pt x="24248" y="31242"/>
                        <a:pt x="15621" y="31242"/>
                      </a:cubicBezTo>
                      <a:cubicBezTo>
                        <a:pt x="6993" y="31242"/>
                        <a:pt x="-1" y="24248"/>
                        <a:pt x="-1" y="15621"/>
                      </a:cubicBezTo>
                      <a:cubicBezTo>
                        <a:pt x="-1" y="6994"/>
                        <a:pt x="6993" y="0"/>
                        <a:pt x="15621" y="0"/>
                      </a:cubicBezTo>
                      <a:cubicBezTo>
                        <a:pt x="24248" y="0"/>
                        <a:pt x="31242" y="6994"/>
                        <a:pt x="31242" y="1562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45" name="Google Shape;845;p28"/>
              <p:cNvSpPr/>
              <p:nvPr/>
            </p:nvSpPr>
            <p:spPr>
              <a:xfrm>
                <a:off x="6515578" y="2215995"/>
                <a:ext cx="1150258" cy="460514"/>
              </a:xfrm>
              <a:custGeom>
                <a:avLst/>
                <a:gdLst/>
                <a:ahLst/>
                <a:cxnLst/>
                <a:rect l="l" t="t" r="r" b="b"/>
                <a:pathLst>
                  <a:path w="1278064" h="511682" extrusionOk="0">
                    <a:moveTo>
                      <a:pt x="0" y="0"/>
                    </a:moveTo>
                    <a:lnTo>
                      <a:pt x="1278064" y="0"/>
                    </a:lnTo>
                    <a:lnTo>
                      <a:pt x="1278064" y="511683"/>
                    </a:lnTo>
                    <a:lnTo>
                      <a:pt x="0" y="51168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6" name="Google Shape;846;p28"/>
              <p:cNvSpPr/>
              <p:nvPr/>
            </p:nvSpPr>
            <p:spPr>
              <a:xfrm>
                <a:off x="6548699" y="2724580"/>
                <a:ext cx="316840" cy="275091"/>
              </a:xfrm>
              <a:custGeom>
                <a:avLst/>
                <a:gdLst/>
                <a:ahLst/>
                <a:cxnLst/>
                <a:rect l="l" t="t" r="r" b="b"/>
                <a:pathLst>
                  <a:path w="352044" h="305657" extrusionOk="0">
                    <a:moveTo>
                      <a:pt x="0" y="0"/>
                    </a:moveTo>
                    <a:lnTo>
                      <a:pt x="352044" y="0"/>
                    </a:lnTo>
                    <a:lnTo>
                      <a:pt x="352044" y="305657"/>
                    </a:lnTo>
                    <a:lnTo>
                      <a:pt x="0" y="30565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7" name="Google Shape;847;p28"/>
              <p:cNvSpPr/>
              <p:nvPr/>
            </p:nvSpPr>
            <p:spPr>
              <a:xfrm>
                <a:off x="6896308" y="2724580"/>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8" name="Google Shape;848;p28"/>
              <p:cNvSpPr/>
              <p:nvPr/>
            </p:nvSpPr>
            <p:spPr>
              <a:xfrm>
                <a:off x="6896308" y="2775721"/>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9" name="Google Shape;849;p28"/>
              <p:cNvSpPr/>
              <p:nvPr/>
            </p:nvSpPr>
            <p:spPr>
              <a:xfrm>
                <a:off x="6896308" y="2826777"/>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0" name="Google Shape;850;p28"/>
              <p:cNvSpPr/>
              <p:nvPr/>
            </p:nvSpPr>
            <p:spPr>
              <a:xfrm>
                <a:off x="6896308" y="2877919"/>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51" name="Google Shape;851;p28"/>
              <p:cNvGrpSpPr/>
              <p:nvPr/>
            </p:nvGrpSpPr>
            <p:grpSpPr>
              <a:xfrm>
                <a:off x="7422424" y="2953744"/>
                <a:ext cx="216586" cy="46337"/>
                <a:chOff x="7007161" y="5033200"/>
                <a:chExt cx="240411" cy="51434"/>
              </a:xfrm>
            </p:grpSpPr>
            <p:sp>
              <p:nvSpPr>
                <p:cNvPr id="852" name="Google Shape;852;p28"/>
                <p:cNvSpPr/>
                <p:nvPr/>
              </p:nvSpPr>
              <p:spPr>
                <a:xfrm>
                  <a:off x="7007161" y="5033200"/>
                  <a:ext cx="240411" cy="51434"/>
                </a:xfrm>
                <a:custGeom>
                  <a:avLst/>
                  <a:gdLst/>
                  <a:ahLst/>
                  <a:cxnLst/>
                  <a:rect l="l" t="t" r="r" b="b"/>
                  <a:pathLst>
                    <a:path w="240411" h="51434" extrusionOk="0">
                      <a:moveTo>
                        <a:pt x="214694" y="51435"/>
                      </a:moveTo>
                      <a:lnTo>
                        <a:pt x="25718" y="51435"/>
                      </a:lnTo>
                      <a:cubicBezTo>
                        <a:pt x="11525" y="51435"/>
                        <a:pt x="0" y="39814"/>
                        <a:pt x="0" y="25717"/>
                      </a:cubicBezTo>
                      <a:lnTo>
                        <a:pt x="0" y="25717"/>
                      </a:lnTo>
                      <a:cubicBezTo>
                        <a:pt x="0" y="11525"/>
                        <a:pt x="11621" y="0"/>
                        <a:pt x="25718" y="0"/>
                      </a:cubicBezTo>
                      <a:lnTo>
                        <a:pt x="214694" y="0"/>
                      </a:lnTo>
                      <a:cubicBezTo>
                        <a:pt x="228886" y="0"/>
                        <a:pt x="240411" y="11621"/>
                        <a:pt x="240411" y="25717"/>
                      </a:cubicBezTo>
                      <a:lnTo>
                        <a:pt x="240411" y="25717"/>
                      </a:lnTo>
                      <a:cubicBezTo>
                        <a:pt x="240411" y="39909"/>
                        <a:pt x="228791" y="51435"/>
                        <a:pt x="214694" y="5143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3" name="Google Shape;853;p28"/>
                <p:cNvSpPr/>
                <p:nvPr/>
              </p:nvSpPr>
              <p:spPr>
                <a:xfrm>
                  <a:off x="7073264" y="5047202"/>
                  <a:ext cx="108204" cy="23240"/>
                </a:xfrm>
                <a:custGeom>
                  <a:avLst/>
                  <a:gdLst/>
                  <a:ahLst/>
                  <a:cxnLst/>
                  <a:rect l="l" t="t" r="r" b="b"/>
                  <a:pathLst>
                    <a:path w="108204" h="23240" extrusionOk="0">
                      <a:moveTo>
                        <a:pt x="96584" y="23241"/>
                      </a:moveTo>
                      <a:lnTo>
                        <a:pt x="11621" y="23241"/>
                      </a:lnTo>
                      <a:cubicBezTo>
                        <a:pt x="5239" y="23241"/>
                        <a:pt x="0" y="18002"/>
                        <a:pt x="0" y="11620"/>
                      </a:cubicBezTo>
                      <a:lnTo>
                        <a:pt x="0" y="11620"/>
                      </a:lnTo>
                      <a:cubicBezTo>
                        <a:pt x="0" y="5239"/>
                        <a:pt x="5239" y="0"/>
                        <a:pt x="11621" y="0"/>
                      </a:cubicBezTo>
                      <a:lnTo>
                        <a:pt x="96584" y="0"/>
                      </a:lnTo>
                      <a:cubicBezTo>
                        <a:pt x="102965" y="0"/>
                        <a:pt x="108204" y="5239"/>
                        <a:pt x="108204" y="11620"/>
                      </a:cubicBezTo>
                      <a:lnTo>
                        <a:pt x="108204" y="11620"/>
                      </a:lnTo>
                      <a:cubicBezTo>
                        <a:pt x="108204" y="18002"/>
                        <a:pt x="102965" y="23241"/>
                        <a:pt x="96584" y="2324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54" name="Google Shape;854;p28"/>
              <p:cNvGrpSpPr/>
              <p:nvPr/>
            </p:nvGrpSpPr>
            <p:grpSpPr>
              <a:xfrm>
                <a:off x="6548871" y="2408331"/>
                <a:ext cx="1090139" cy="89414"/>
                <a:chOff x="6037516" y="4427791"/>
                <a:chExt cx="1210056" cy="99250"/>
              </a:xfrm>
            </p:grpSpPr>
            <p:sp>
              <p:nvSpPr>
                <p:cNvPr id="855" name="Google Shape;855;p28"/>
                <p:cNvSpPr/>
                <p:nvPr/>
              </p:nvSpPr>
              <p:spPr>
                <a:xfrm>
                  <a:off x="6037516" y="4427791"/>
                  <a:ext cx="49625" cy="99250"/>
                </a:xfrm>
                <a:custGeom>
                  <a:avLst/>
                  <a:gdLst/>
                  <a:ahLst/>
                  <a:cxnLst/>
                  <a:rect l="l" t="t" r="r" b="b"/>
                  <a:pathLst>
                    <a:path w="49625" h="99250" extrusionOk="0">
                      <a:moveTo>
                        <a:pt x="0" y="49625"/>
                      </a:moveTo>
                      <a:lnTo>
                        <a:pt x="49625" y="99251"/>
                      </a:lnTo>
                      <a:lnTo>
                        <a:pt x="49625" y="0"/>
                      </a:lnTo>
                      <a:lnTo>
                        <a:pt x="0" y="496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6" name="Google Shape;856;p28"/>
                <p:cNvSpPr/>
                <p:nvPr/>
              </p:nvSpPr>
              <p:spPr>
                <a:xfrm>
                  <a:off x="7197947" y="4427791"/>
                  <a:ext cx="49625" cy="99250"/>
                </a:xfrm>
                <a:custGeom>
                  <a:avLst/>
                  <a:gdLst/>
                  <a:ahLst/>
                  <a:cxnLst/>
                  <a:rect l="l" t="t" r="r" b="b"/>
                  <a:pathLst>
                    <a:path w="49625" h="99250" extrusionOk="0">
                      <a:moveTo>
                        <a:pt x="0" y="0"/>
                      </a:moveTo>
                      <a:lnTo>
                        <a:pt x="0" y="99251"/>
                      </a:lnTo>
                      <a:lnTo>
                        <a:pt x="49625" y="49625"/>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57" name="Google Shape;857;p28"/>
              <p:cNvGrpSpPr/>
              <p:nvPr/>
            </p:nvGrpSpPr>
            <p:grpSpPr>
              <a:xfrm>
                <a:off x="7012935" y="2651519"/>
                <a:ext cx="157033" cy="16304"/>
                <a:chOff x="6552628" y="4697730"/>
                <a:chExt cx="174307" cy="18097"/>
              </a:xfrm>
            </p:grpSpPr>
            <p:sp>
              <p:nvSpPr>
                <p:cNvPr id="858" name="Google Shape;858;p28"/>
                <p:cNvSpPr/>
                <p:nvPr/>
              </p:nvSpPr>
              <p:spPr>
                <a:xfrm>
                  <a:off x="6552628" y="4697730"/>
                  <a:ext cx="18097" cy="18097"/>
                </a:xfrm>
                <a:custGeom>
                  <a:avLst/>
                  <a:gdLst/>
                  <a:ahLst/>
                  <a:cxnLst/>
                  <a:rect l="l" t="t" r="r" b="b"/>
                  <a:pathLst>
                    <a:path w="18097" h="18097" extrusionOk="0">
                      <a:moveTo>
                        <a:pt x="18098" y="9049"/>
                      </a:moveTo>
                      <a:cubicBezTo>
                        <a:pt x="18098" y="14002"/>
                        <a:pt x="14097" y="18097"/>
                        <a:pt x="9049" y="18097"/>
                      </a:cubicBezTo>
                      <a:cubicBezTo>
                        <a:pt x="4000" y="18097"/>
                        <a:pt x="0" y="14097"/>
                        <a:pt x="0" y="9049"/>
                      </a:cubicBezTo>
                      <a:cubicBezTo>
                        <a:pt x="0" y="4000"/>
                        <a:pt x="4000" y="0"/>
                        <a:pt x="9049" y="0"/>
                      </a:cubicBezTo>
                      <a:cubicBezTo>
                        <a:pt x="14097" y="0"/>
                        <a:pt x="18098" y="4000"/>
                        <a:pt x="18098"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9" name="Google Shape;859;p28"/>
                <p:cNvSpPr/>
                <p:nvPr/>
              </p:nvSpPr>
              <p:spPr>
                <a:xfrm>
                  <a:off x="65916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0" name="Google Shape;860;p28"/>
                <p:cNvSpPr/>
                <p:nvPr/>
              </p:nvSpPr>
              <p:spPr>
                <a:xfrm>
                  <a:off x="6630733" y="4697730"/>
                  <a:ext cx="18097" cy="18097"/>
                </a:xfrm>
                <a:custGeom>
                  <a:avLst/>
                  <a:gdLst/>
                  <a:ahLst/>
                  <a:cxnLst/>
                  <a:rect l="l" t="t" r="r" b="b"/>
                  <a:pathLst>
                    <a:path w="18097" h="18097" extrusionOk="0">
                      <a:moveTo>
                        <a:pt x="18097" y="9049"/>
                      </a:moveTo>
                      <a:cubicBezTo>
                        <a:pt x="18097" y="14002"/>
                        <a:pt x="14097" y="18097"/>
                        <a:pt x="9049" y="18097"/>
                      </a:cubicBezTo>
                      <a:cubicBezTo>
                        <a:pt x="4000" y="18097"/>
                        <a:pt x="0" y="14097"/>
                        <a:pt x="0" y="9049"/>
                      </a:cubicBezTo>
                      <a:cubicBezTo>
                        <a:pt x="0" y="4000"/>
                        <a:pt x="4000" y="0"/>
                        <a:pt x="9049"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1" name="Google Shape;861;p28"/>
                <p:cNvSpPr/>
                <p:nvPr/>
              </p:nvSpPr>
              <p:spPr>
                <a:xfrm>
                  <a:off x="66698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2" name="Google Shape;862;p28"/>
                <p:cNvSpPr/>
                <p:nvPr/>
              </p:nvSpPr>
              <p:spPr>
                <a:xfrm>
                  <a:off x="6708838" y="4697730"/>
                  <a:ext cx="18097" cy="18097"/>
                </a:xfrm>
                <a:custGeom>
                  <a:avLst/>
                  <a:gdLst/>
                  <a:ahLst/>
                  <a:cxnLst/>
                  <a:rect l="l" t="t" r="r" b="b"/>
                  <a:pathLst>
                    <a:path w="18097" h="18097" extrusionOk="0">
                      <a:moveTo>
                        <a:pt x="18097" y="9049"/>
                      </a:moveTo>
                      <a:cubicBezTo>
                        <a:pt x="18097" y="14002"/>
                        <a:pt x="14097" y="18097"/>
                        <a:pt x="9048" y="18097"/>
                      </a:cubicBezTo>
                      <a:cubicBezTo>
                        <a:pt x="4000" y="18097"/>
                        <a:pt x="0" y="14097"/>
                        <a:pt x="0" y="9049"/>
                      </a:cubicBezTo>
                      <a:cubicBezTo>
                        <a:pt x="0" y="4000"/>
                        <a:pt x="4000" y="0"/>
                        <a:pt x="9048"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63" name="Google Shape;863;p28"/>
              <p:cNvSpPr/>
              <p:nvPr/>
            </p:nvSpPr>
            <p:spPr>
              <a:xfrm>
                <a:off x="6548699" y="3046960"/>
                <a:ext cx="1089050" cy="8572"/>
              </a:xfrm>
              <a:custGeom>
                <a:avLst/>
                <a:gdLst/>
                <a:ahLst/>
                <a:cxnLst/>
                <a:rect l="l" t="t" r="r" b="b"/>
                <a:pathLst>
                  <a:path w="1210055" h="9525" extrusionOk="0">
                    <a:moveTo>
                      <a:pt x="0" y="0"/>
                    </a:moveTo>
                    <a:lnTo>
                      <a:pt x="1210056" y="0"/>
                    </a:lnTo>
                  </a:path>
                </a:pathLst>
              </a:custGeom>
              <a:noFill/>
              <a:ln w="17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64" name="Google Shape;864;p28"/>
              <p:cNvGrpSpPr/>
              <p:nvPr/>
            </p:nvGrpSpPr>
            <p:grpSpPr>
              <a:xfrm>
                <a:off x="6505708" y="2659414"/>
                <a:ext cx="413779" cy="413778"/>
                <a:chOff x="5989605" y="4706493"/>
                <a:chExt cx="459295" cy="459294"/>
              </a:xfrm>
            </p:grpSpPr>
            <p:grpSp>
              <p:nvGrpSpPr>
                <p:cNvPr id="865" name="Google Shape;865;p28"/>
                <p:cNvGrpSpPr/>
                <p:nvPr/>
              </p:nvGrpSpPr>
              <p:grpSpPr>
                <a:xfrm>
                  <a:off x="6001893" y="4718780"/>
                  <a:ext cx="444150" cy="444151"/>
                  <a:chOff x="6001893" y="4718780"/>
                  <a:chExt cx="444150" cy="444151"/>
                </a:xfrm>
              </p:grpSpPr>
              <p:sp>
                <p:nvSpPr>
                  <p:cNvPr id="866" name="Google Shape;866;p28"/>
                  <p:cNvSpPr/>
                  <p:nvPr/>
                </p:nvSpPr>
                <p:spPr>
                  <a:xfrm>
                    <a:off x="6017418" y="5153406"/>
                    <a:ext cx="388048" cy="9525"/>
                  </a:xfrm>
                  <a:custGeom>
                    <a:avLst/>
                    <a:gdLst/>
                    <a:ahLst/>
                    <a:cxnLst/>
                    <a:rect l="l" t="t" r="r" b="b"/>
                    <a:pathLst>
                      <a:path w="388048" h="9525" extrusionOk="0">
                        <a:moveTo>
                          <a:pt x="388048" y="0"/>
                        </a:moveTo>
                        <a:lnTo>
                          <a:pt x="0"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7" name="Google Shape;867;p28"/>
                  <p:cNvSpPr/>
                  <p:nvPr/>
                </p:nvSpPr>
                <p:spPr>
                  <a:xfrm>
                    <a:off x="6001893" y="4734306"/>
                    <a:ext cx="9525" cy="388048"/>
                  </a:xfrm>
                  <a:custGeom>
                    <a:avLst/>
                    <a:gdLst/>
                    <a:ahLst/>
                    <a:cxnLst/>
                    <a:rect l="l" t="t" r="r" b="b"/>
                    <a:pathLst>
                      <a:path w="9525" h="388048" extrusionOk="0">
                        <a:moveTo>
                          <a:pt x="0" y="388049"/>
                        </a:moveTo>
                        <a:lnTo>
                          <a:pt x="0"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8" name="Google Shape;868;p28"/>
                  <p:cNvSpPr/>
                  <p:nvPr/>
                </p:nvSpPr>
                <p:spPr>
                  <a:xfrm>
                    <a:off x="6032944" y="4718780"/>
                    <a:ext cx="388048" cy="9525"/>
                  </a:xfrm>
                  <a:custGeom>
                    <a:avLst/>
                    <a:gdLst/>
                    <a:ahLst/>
                    <a:cxnLst/>
                    <a:rect l="l" t="t" r="r" b="b"/>
                    <a:pathLst>
                      <a:path w="388048" h="9525" extrusionOk="0">
                        <a:moveTo>
                          <a:pt x="0" y="0"/>
                        </a:moveTo>
                        <a:lnTo>
                          <a:pt x="388048"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9" name="Google Shape;869;p28"/>
                  <p:cNvSpPr/>
                  <p:nvPr/>
                </p:nvSpPr>
                <p:spPr>
                  <a:xfrm>
                    <a:off x="6436518" y="4749831"/>
                    <a:ext cx="9525" cy="388048"/>
                  </a:xfrm>
                  <a:custGeom>
                    <a:avLst/>
                    <a:gdLst/>
                    <a:ahLst/>
                    <a:cxnLst/>
                    <a:rect l="l" t="t" r="r" b="b"/>
                    <a:pathLst>
                      <a:path w="9525" h="388048" extrusionOk="0">
                        <a:moveTo>
                          <a:pt x="0" y="0"/>
                        </a:moveTo>
                        <a:lnTo>
                          <a:pt x="0" y="388049"/>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0" name="Google Shape;870;p28"/>
                <p:cNvGrpSpPr/>
                <p:nvPr/>
              </p:nvGrpSpPr>
              <p:grpSpPr>
                <a:xfrm>
                  <a:off x="5989605" y="4706493"/>
                  <a:ext cx="459295" cy="459294"/>
                  <a:chOff x="5989605" y="4706493"/>
                  <a:chExt cx="459295" cy="459294"/>
                </a:xfrm>
              </p:grpSpPr>
              <p:grpSp>
                <p:nvGrpSpPr>
                  <p:cNvPr id="871" name="Google Shape;871;p28"/>
                  <p:cNvGrpSpPr/>
                  <p:nvPr/>
                </p:nvGrpSpPr>
                <p:grpSpPr>
                  <a:xfrm>
                    <a:off x="5989605" y="4706493"/>
                    <a:ext cx="459295" cy="24669"/>
                    <a:chOff x="5989605" y="4706493"/>
                    <a:chExt cx="459295" cy="24669"/>
                  </a:xfrm>
                </p:grpSpPr>
                <p:sp>
                  <p:nvSpPr>
                    <p:cNvPr id="872" name="Google Shape;872;p28"/>
                    <p:cNvSpPr/>
                    <p:nvPr/>
                  </p:nvSpPr>
                  <p:spPr>
                    <a:xfrm>
                      <a:off x="5989605"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3" name="Google Shape;873;p28"/>
                    <p:cNvSpPr/>
                    <p:nvPr/>
                  </p:nvSpPr>
                  <p:spPr>
                    <a:xfrm>
                      <a:off x="6206871"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4" name="Google Shape;874;p28"/>
                    <p:cNvSpPr/>
                    <p:nvPr/>
                  </p:nvSpPr>
                  <p:spPr>
                    <a:xfrm>
                      <a:off x="6424231"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5" name="Google Shape;875;p28"/>
                  <p:cNvGrpSpPr/>
                  <p:nvPr/>
                </p:nvGrpSpPr>
                <p:grpSpPr>
                  <a:xfrm>
                    <a:off x="5989605" y="4923758"/>
                    <a:ext cx="459295" cy="24669"/>
                    <a:chOff x="5989605" y="4923758"/>
                    <a:chExt cx="459295" cy="24669"/>
                  </a:xfrm>
                </p:grpSpPr>
                <p:sp>
                  <p:nvSpPr>
                    <p:cNvPr id="876" name="Google Shape;876;p28"/>
                    <p:cNvSpPr/>
                    <p:nvPr/>
                  </p:nvSpPr>
                  <p:spPr>
                    <a:xfrm>
                      <a:off x="5989605" y="492375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7" name="Google Shape;877;p28"/>
                    <p:cNvSpPr/>
                    <p:nvPr/>
                  </p:nvSpPr>
                  <p:spPr>
                    <a:xfrm>
                      <a:off x="6424231" y="492375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8" name="Google Shape;878;p28"/>
                  <p:cNvGrpSpPr/>
                  <p:nvPr/>
                </p:nvGrpSpPr>
                <p:grpSpPr>
                  <a:xfrm>
                    <a:off x="5989605" y="5141118"/>
                    <a:ext cx="459295" cy="24669"/>
                    <a:chOff x="5989605" y="5141118"/>
                    <a:chExt cx="459295" cy="24669"/>
                  </a:xfrm>
                </p:grpSpPr>
                <p:sp>
                  <p:nvSpPr>
                    <p:cNvPr id="879" name="Google Shape;879;p28"/>
                    <p:cNvSpPr/>
                    <p:nvPr/>
                  </p:nvSpPr>
                  <p:spPr>
                    <a:xfrm>
                      <a:off x="5989605"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0" name="Google Shape;880;p28"/>
                    <p:cNvSpPr/>
                    <p:nvPr/>
                  </p:nvSpPr>
                  <p:spPr>
                    <a:xfrm>
                      <a:off x="6206871"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1" name="Google Shape;881;p28"/>
                    <p:cNvSpPr/>
                    <p:nvPr/>
                  </p:nvSpPr>
                  <p:spPr>
                    <a:xfrm>
                      <a:off x="6424231"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882" name="Google Shape;882;p28"/>
            <p:cNvGrpSpPr/>
            <p:nvPr/>
          </p:nvGrpSpPr>
          <p:grpSpPr>
            <a:xfrm>
              <a:off x="5248799" y="1817418"/>
              <a:ext cx="479083" cy="595031"/>
              <a:chOff x="5580610" y="1953710"/>
              <a:chExt cx="392498" cy="487491"/>
            </a:xfrm>
          </p:grpSpPr>
          <p:grpSp>
            <p:nvGrpSpPr>
              <p:cNvPr id="883" name="Google Shape;883;p28"/>
              <p:cNvGrpSpPr/>
              <p:nvPr/>
            </p:nvGrpSpPr>
            <p:grpSpPr>
              <a:xfrm>
                <a:off x="5580610" y="1953710"/>
                <a:ext cx="392498" cy="487491"/>
                <a:chOff x="7385113" y="1535430"/>
                <a:chExt cx="435673" cy="541115"/>
              </a:xfrm>
            </p:grpSpPr>
            <p:sp>
              <p:nvSpPr>
                <p:cNvPr id="884" name="Google Shape;884;p28"/>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85" name="Google Shape;885;p28"/>
                <p:cNvGrpSpPr/>
                <p:nvPr/>
              </p:nvGrpSpPr>
              <p:grpSpPr>
                <a:xfrm>
                  <a:off x="7612094" y="1566576"/>
                  <a:ext cx="164781" cy="41529"/>
                  <a:chOff x="7612094" y="1566576"/>
                  <a:chExt cx="164781" cy="41529"/>
                </a:xfrm>
              </p:grpSpPr>
              <p:sp>
                <p:nvSpPr>
                  <p:cNvPr id="886" name="Google Shape;886;p28"/>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7" name="Google Shape;887;p28"/>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8" name="Google Shape;888;p28"/>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89" name="Google Shape;889;p28"/>
              <p:cNvGrpSpPr/>
              <p:nvPr/>
            </p:nvGrpSpPr>
            <p:grpSpPr>
              <a:xfrm>
                <a:off x="5612446" y="2047672"/>
                <a:ext cx="323505" cy="338352"/>
                <a:chOff x="7420451" y="1639728"/>
                <a:chExt cx="359091" cy="375571"/>
              </a:xfrm>
            </p:grpSpPr>
            <p:sp>
              <p:nvSpPr>
                <p:cNvPr id="890" name="Google Shape;890;p28"/>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1" name="Google Shape;891;p28"/>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92" name="Google Shape;892;p28"/>
            <p:cNvGrpSpPr/>
            <p:nvPr/>
          </p:nvGrpSpPr>
          <p:grpSpPr>
            <a:xfrm>
              <a:off x="7810967" y="2543174"/>
              <a:ext cx="1047787" cy="27232"/>
              <a:chOff x="7384446" y="3573113"/>
              <a:chExt cx="952880" cy="24765"/>
            </a:xfrm>
          </p:grpSpPr>
          <p:sp>
            <p:nvSpPr>
              <p:cNvPr id="893" name="Google Shape;893;p28"/>
              <p:cNvSpPr/>
              <p:nvPr/>
            </p:nvSpPr>
            <p:spPr>
              <a:xfrm>
                <a:off x="7396162" y="3585495"/>
                <a:ext cx="929354" cy="9525"/>
              </a:xfrm>
              <a:custGeom>
                <a:avLst/>
                <a:gdLst/>
                <a:ahLst/>
                <a:cxnLst/>
                <a:rect l="l" t="t" r="r" b="b"/>
                <a:pathLst>
                  <a:path w="929354" h="9525" extrusionOk="0">
                    <a:moveTo>
                      <a:pt x="929354" y="0"/>
                    </a:moveTo>
                    <a:lnTo>
                      <a:pt x="0"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4" name="Google Shape;894;p28"/>
              <p:cNvSpPr/>
              <p:nvPr/>
            </p:nvSpPr>
            <p:spPr>
              <a:xfrm>
                <a:off x="8312562" y="3573113"/>
                <a:ext cx="24764" cy="24765"/>
              </a:xfrm>
              <a:custGeom>
                <a:avLst/>
                <a:gdLst/>
                <a:ahLst/>
                <a:cxnLst/>
                <a:rect l="l" t="t" r="r" b="b"/>
                <a:pathLst>
                  <a:path w="24764" h="24765" extrusionOk="0">
                    <a:moveTo>
                      <a:pt x="12382" y="0"/>
                    </a:moveTo>
                    <a:cubicBezTo>
                      <a:pt x="19240" y="0"/>
                      <a:pt x="24765" y="5524"/>
                      <a:pt x="24765" y="12382"/>
                    </a:cubicBezTo>
                    <a:cubicBezTo>
                      <a:pt x="24765" y="19240"/>
                      <a:pt x="19240" y="24765"/>
                      <a:pt x="12382" y="24765"/>
                    </a:cubicBezTo>
                    <a:cubicBezTo>
                      <a:pt x="5524" y="24765"/>
                      <a:pt x="0" y="19240"/>
                      <a:pt x="0" y="12382"/>
                    </a:cubicBezTo>
                    <a:cubicBezTo>
                      <a:pt x="0" y="5524"/>
                      <a:pt x="5524" y="0"/>
                      <a:pt x="1238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5" name="Google Shape;895;p28"/>
              <p:cNvSpPr/>
              <p:nvPr/>
            </p:nvSpPr>
            <p:spPr>
              <a:xfrm>
                <a:off x="7384446" y="3573113"/>
                <a:ext cx="24764" cy="24765"/>
              </a:xfrm>
              <a:custGeom>
                <a:avLst/>
                <a:gdLst/>
                <a:ahLst/>
                <a:cxnLst/>
                <a:rect l="l" t="t" r="r" b="b"/>
                <a:pathLst>
                  <a:path w="24764" h="24765" extrusionOk="0">
                    <a:moveTo>
                      <a:pt x="12382" y="0"/>
                    </a:moveTo>
                    <a:cubicBezTo>
                      <a:pt x="5524" y="0"/>
                      <a:pt x="0" y="5524"/>
                      <a:pt x="0" y="12382"/>
                    </a:cubicBezTo>
                    <a:cubicBezTo>
                      <a:pt x="0" y="19240"/>
                      <a:pt x="5524" y="24765"/>
                      <a:pt x="12382" y="24765"/>
                    </a:cubicBezTo>
                    <a:cubicBezTo>
                      <a:pt x="19240" y="24765"/>
                      <a:pt x="24765" y="19240"/>
                      <a:pt x="24765" y="12382"/>
                    </a:cubicBezTo>
                    <a:cubicBezTo>
                      <a:pt x="24765" y="5524"/>
                      <a:pt x="19240" y="0"/>
                      <a:pt x="1238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96" name="Google Shape;896;p28"/>
            <p:cNvGrpSpPr/>
            <p:nvPr/>
          </p:nvGrpSpPr>
          <p:grpSpPr>
            <a:xfrm>
              <a:off x="8348540" y="2013384"/>
              <a:ext cx="657643" cy="856749"/>
              <a:chOff x="-2" y="3134666"/>
              <a:chExt cx="498554" cy="649495"/>
            </a:xfrm>
          </p:grpSpPr>
          <p:grpSp>
            <p:nvGrpSpPr>
              <p:cNvPr id="897" name="Google Shape;897;p28"/>
              <p:cNvGrpSpPr/>
              <p:nvPr/>
            </p:nvGrpSpPr>
            <p:grpSpPr>
              <a:xfrm>
                <a:off x="-2" y="3134666"/>
                <a:ext cx="498554" cy="649495"/>
                <a:chOff x="895350" y="4265199"/>
                <a:chExt cx="598074" cy="779145"/>
              </a:xfrm>
            </p:grpSpPr>
            <p:sp>
              <p:nvSpPr>
                <p:cNvPr id="898" name="Google Shape;898;p28"/>
                <p:cNvSpPr/>
                <p:nvPr/>
              </p:nvSpPr>
              <p:spPr>
                <a:xfrm>
                  <a:off x="895350" y="4265199"/>
                  <a:ext cx="598074" cy="779145"/>
                </a:xfrm>
                <a:custGeom>
                  <a:avLst/>
                  <a:gdLst/>
                  <a:ahLst/>
                  <a:cxnLst/>
                  <a:rect l="l" t="t" r="r" b="b"/>
                  <a:pathLst>
                    <a:path w="598074" h="779145" extrusionOk="0">
                      <a:moveTo>
                        <a:pt x="557022" y="0"/>
                      </a:moveTo>
                      <a:cubicBezTo>
                        <a:pt x="579695" y="0"/>
                        <a:pt x="598075" y="18380"/>
                        <a:pt x="598075" y="41053"/>
                      </a:cubicBezTo>
                      <a:lnTo>
                        <a:pt x="598075" y="738092"/>
                      </a:lnTo>
                      <a:cubicBezTo>
                        <a:pt x="598075" y="760765"/>
                        <a:pt x="579695" y="779145"/>
                        <a:pt x="557022" y="779145"/>
                      </a:cubicBezTo>
                      <a:lnTo>
                        <a:pt x="41053" y="779145"/>
                      </a:lnTo>
                      <a:cubicBezTo>
                        <a:pt x="18380" y="779145"/>
                        <a:pt x="0" y="760765"/>
                        <a:pt x="0" y="738092"/>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99" name="Google Shape;899;p28"/>
                <p:cNvGrpSpPr/>
                <p:nvPr/>
              </p:nvGrpSpPr>
              <p:grpSpPr>
                <a:xfrm>
                  <a:off x="1284732" y="4296441"/>
                  <a:ext cx="164876" cy="41528"/>
                  <a:chOff x="1284732" y="4296441"/>
                  <a:chExt cx="164876" cy="41528"/>
                </a:xfrm>
              </p:grpSpPr>
              <p:sp>
                <p:nvSpPr>
                  <p:cNvPr id="900" name="Google Shape;900;p28"/>
                  <p:cNvSpPr/>
                  <p:nvPr/>
                </p:nvSpPr>
                <p:spPr>
                  <a:xfrm>
                    <a:off x="1408080" y="4296441"/>
                    <a:ext cx="41528" cy="41528"/>
                  </a:xfrm>
                  <a:custGeom>
                    <a:avLst/>
                    <a:gdLst/>
                    <a:ahLst/>
                    <a:cxnLst/>
                    <a:rect l="l" t="t" r="r" b="b"/>
                    <a:pathLst>
                      <a:path w="41528" h="41528" extrusionOk="0">
                        <a:moveTo>
                          <a:pt x="41529" y="20764"/>
                        </a:moveTo>
                        <a:cubicBezTo>
                          <a:pt x="41529" y="32290"/>
                          <a:pt x="32194" y="41529"/>
                          <a:pt x="20764" y="41529"/>
                        </a:cubicBezTo>
                        <a:cubicBezTo>
                          <a:pt x="9334" y="41529"/>
                          <a:pt x="0" y="32195"/>
                          <a:pt x="0" y="20764"/>
                        </a:cubicBezTo>
                        <a:cubicBezTo>
                          <a:pt x="0" y="9334"/>
                          <a:pt x="9334" y="0"/>
                          <a:pt x="20764" y="0"/>
                        </a:cubicBezTo>
                        <a:cubicBezTo>
                          <a:pt x="32194" y="0"/>
                          <a:pt x="41529" y="9334"/>
                          <a:pt x="41529" y="2076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1" name="Google Shape;901;p28"/>
                  <p:cNvSpPr/>
                  <p:nvPr/>
                </p:nvSpPr>
                <p:spPr>
                  <a:xfrm>
                    <a:off x="1346358" y="4296441"/>
                    <a:ext cx="41529" cy="41528"/>
                  </a:xfrm>
                  <a:custGeom>
                    <a:avLst/>
                    <a:gdLst/>
                    <a:ahLst/>
                    <a:cxnLst/>
                    <a:rect l="l" t="t" r="r" b="b"/>
                    <a:pathLst>
                      <a:path w="41529" h="41528" extrusionOk="0">
                        <a:moveTo>
                          <a:pt x="41529" y="20764"/>
                        </a:moveTo>
                        <a:cubicBezTo>
                          <a:pt x="41529" y="32290"/>
                          <a:pt x="32195" y="41529"/>
                          <a:pt x="20765" y="41529"/>
                        </a:cubicBezTo>
                        <a:cubicBezTo>
                          <a:pt x="9335" y="41529"/>
                          <a:pt x="0" y="32195"/>
                          <a:pt x="0" y="20764"/>
                        </a:cubicBezTo>
                        <a:cubicBezTo>
                          <a:pt x="0" y="9334"/>
                          <a:pt x="9335" y="0"/>
                          <a:pt x="20765" y="0"/>
                        </a:cubicBezTo>
                        <a:cubicBezTo>
                          <a:pt x="32195" y="0"/>
                          <a:pt x="41529" y="9334"/>
                          <a:pt x="41529" y="207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2" name="Google Shape;902;p28"/>
                  <p:cNvSpPr/>
                  <p:nvPr/>
                </p:nvSpPr>
                <p:spPr>
                  <a:xfrm>
                    <a:off x="1284732" y="4296441"/>
                    <a:ext cx="41529" cy="41528"/>
                  </a:xfrm>
                  <a:custGeom>
                    <a:avLst/>
                    <a:gdLst/>
                    <a:ahLst/>
                    <a:cxnLst/>
                    <a:rect l="l" t="t" r="r" b="b"/>
                    <a:pathLst>
                      <a:path w="41529" h="41528" extrusionOk="0">
                        <a:moveTo>
                          <a:pt x="41529" y="20764"/>
                        </a:moveTo>
                        <a:cubicBezTo>
                          <a:pt x="41529" y="32290"/>
                          <a:pt x="32194" y="41529"/>
                          <a:pt x="20765" y="41529"/>
                        </a:cubicBezTo>
                        <a:cubicBezTo>
                          <a:pt x="9334" y="41529"/>
                          <a:pt x="0" y="32195"/>
                          <a:pt x="0" y="20764"/>
                        </a:cubicBezTo>
                        <a:cubicBezTo>
                          <a:pt x="0" y="9334"/>
                          <a:pt x="9334" y="0"/>
                          <a:pt x="20765" y="0"/>
                        </a:cubicBezTo>
                        <a:cubicBezTo>
                          <a:pt x="32194" y="0"/>
                          <a:pt x="41529" y="9334"/>
                          <a:pt x="41529" y="2076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03" name="Google Shape;903;p28"/>
              <p:cNvGrpSpPr/>
              <p:nvPr/>
            </p:nvGrpSpPr>
            <p:grpSpPr>
              <a:xfrm>
                <a:off x="59230" y="3269171"/>
                <a:ext cx="382391" cy="400019"/>
                <a:chOff x="966406" y="4426553"/>
                <a:chExt cx="458723" cy="479869"/>
              </a:xfrm>
            </p:grpSpPr>
            <p:sp>
              <p:nvSpPr>
                <p:cNvPr id="904" name="Google Shape;904;p28"/>
                <p:cNvSpPr/>
                <p:nvPr/>
              </p:nvSpPr>
              <p:spPr>
                <a:xfrm>
                  <a:off x="966406" y="4697825"/>
                  <a:ext cx="456723" cy="208597"/>
                </a:xfrm>
                <a:custGeom>
                  <a:avLst/>
                  <a:gdLst/>
                  <a:ahLst/>
                  <a:cxnLst/>
                  <a:rect l="l" t="t" r="r" b="b"/>
                  <a:pathLst>
                    <a:path w="456723" h="208597" extrusionOk="0">
                      <a:moveTo>
                        <a:pt x="51340" y="93250"/>
                      </a:moveTo>
                      <a:lnTo>
                        <a:pt x="0" y="93250"/>
                      </a:lnTo>
                      <a:lnTo>
                        <a:pt x="0" y="115443"/>
                      </a:lnTo>
                      <a:lnTo>
                        <a:pt x="51340" y="115443"/>
                      </a:lnTo>
                      <a:lnTo>
                        <a:pt x="51340" y="93250"/>
                      </a:lnTo>
                      <a:close/>
                      <a:moveTo>
                        <a:pt x="236601" y="162020"/>
                      </a:moveTo>
                      <a:lnTo>
                        <a:pt x="376904" y="162020"/>
                      </a:lnTo>
                      <a:lnTo>
                        <a:pt x="376904" y="139827"/>
                      </a:lnTo>
                      <a:lnTo>
                        <a:pt x="236601" y="139827"/>
                      </a:lnTo>
                      <a:lnTo>
                        <a:pt x="236601" y="162020"/>
                      </a:lnTo>
                      <a:close/>
                      <a:moveTo>
                        <a:pt x="376809" y="0"/>
                      </a:moveTo>
                      <a:lnTo>
                        <a:pt x="48863" y="0"/>
                      </a:lnTo>
                      <a:lnTo>
                        <a:pt x="48863" y="22193"/>
                      </a:lnTo>
                      <a:lnTo>
                        <a:pt x="376809" y="22193"/>
                      </a:lnTo>
                      <a:lnTo>
                        <a:pt x="376809" y="0"/>
                      </a:lnTo>
                      <a:close/>
                      <a:moveTo>
                        <a:pt x="0" y="208597"/>
                      </a:moveTo>
                      <a:lnTo>
                        <a:pt x="127349" y="208597"/>
                      </a:lnTo>
                      <a:lnTo>
                        <a:pt x="127349" y="186404"/>
                      </a:lnTo>
                      <a:lnTo>
                        <a:pt x="0" y="186404"/>
                      </a:lnTo>
                      <a:lnTo>
                        <a:pt x="0" y="208597"/>
                      </a:lnTo>
                      <a:close/>
                      <a:moveTo>
                        <a:pt x="97917" y="46577"/>
                      </a:moveTo>
                      <a:lnTo>
                        <a:pt x="0" y="46577"/>
                      </a:lnTo>
                      <a:lnTo>
                        <a:pt x="0" y="68771"/>
                      </a:lnTo>
                      <a:lnTo>
                        <a:pt x="97917" y="68771"/>
                      </a:lnTo>
                      <a:lnTo>
                        <a:pt x="97917" y="46577"/>
                      </a:lnTo>
                      <a:close/>
                      <a:moveTo>
                        <a:pt x="67056" y="115348"/>
                      </a:moveTo>
                      <a:lnTo>
                        <a:pt x="265557" y="115348"/>
                      </a:lnTo>
                      <a:lnTo>
                        <a:pt x="265557" y="93154"/>
                      </a:lnTo>
                      <a:lnTo>
                        <a:pt x="67056" y="93154"/>
                      </a:lnTo>
                      <a:lnTo>
                        <a:pt x="67056" y="115348"/>
                      </a:lnTo>
                      <a:close/>
                      <a:moveTo>
                        <a:pt x="210026" y="139732"/>
                      </a:moveTo>
                      <a:lnTo>
                        <a:pt x="0" y="139732"/>
                      </a:lnTo>
                      <a:lnTo>
                        <a:pt x="0" y="161925"/>
                      </a:lnTo>
                      <a:lnTo>
                        <a:pt x="210122" y="161925"/>
                      </a:lnTo>
                      <a:lnTo>
                        <a:pt x="210122" y="139732"/>
                      </a:lnTo>
                      <a:close/>
                      <a:moveTo>
                        <a:pt x="281369" y="115348"/>
                      </a:moveTo>
                      <a:lnTo>
                        <a:pt x="456724" y="115348"/>
                      </a:lnTo>
                      <a:lnTo>
                        <a:pt x="456724" y="93154"/>
                      </a:lnTo>
                      <a:lnTo>
                        <a:pt x="281369" y="93154"/>
                      </a:lnTo>
                      <a:lnTo>
                        <a:pt x="281369" y="115348"/>
                      </a:lnTo>
                      <a:close/>
                      <a:moveTo>
                        <a:pt x="124397" y="68771"/>
                      </a:moveTo>
                      <a:lnTo>
                        <a:pt x="456629" y="68771"/>
                      </a:lnTo>
                      <a:lnTo>
                        <a:pt x="456629" y="46577"/>
                      </a:lnTo>
                      <a:lnTo>
                        <a:pt x="124397" y="46577"/>
                      </a:lnTo>
                      <a:lnTo>
                        <a:pt x="124397" y="68771"/>
                      </a:lnTo>
                      <a:close/>
                      <a:moveTo>
                        <a:pt x="390144" y="0"/>
                      </a:moveTo>
                      <a:lnTo>
                        <a:pt x="390144" y="22193"/>
                      </a:lnTo>
                      <a:lnTo>
                        <a:pt x="456629" y="22193"/>
                      </a:lnTo>
                      <a:lnTo>
                        <a:pt x="456629" y="0"/>
                      </a:lnTo>
                      <a:lnTo>
                        <a:pt x="390144" y="0"/>
                      </a:lnTo>
                      <a:close/>
                      <a:moveTo>
                        <a:pt x="403289" y="162020"/>
                      </a:moveTo>
                      <a:lnTo>
                        <a:pt x="456629" y="162020"/>
                      </a:lnTo>
                      <a:lnTo>
                        <a:pt x="456629" y="139827"/>
                      </a:lnTo>
                      <a:lnTo>
                        <a:pt x="403289" y="139827"/>
                      </a:lnTo>
                      <a:lnTo>
                        <a:pt x="403289" y="162020"/>
                      </a:lnTo>
                      <a:close/>
                      <a:moveTo>
                        <a:pt x="153734" y="208597"/>
                      </a:moveTo>
                      <a:lnTo>
                        <a:pt x="284893" y="208597"/>
                      </a:lnTo>
                      <a:lnTo>
                        <a:pt x="284893" y="186404"/>
                      </a:lnTo>
                      <a:lnTo>
                        <a:pt x="153734" y="186404"/>
                      </a:lnTo>
                      <a:lnTo>
                        <a:pt x="153734" y="208597"/>
                      </a:lnTo>
                      <a:close/>
                      <a:moveTo>
                        <a:pt x="300704" y="208597"/>
                      </a:moveTo>
                      <a:lnTo>
                        <a:pt x="400622" y="208597"/>
                      </a:lnTo>
                      <a:lnTo>
                        <a:pt x="400622" y="186404"/>
                      </a:lnTo>
                      <a:lnTo>
                        <a:pt x="300704" y="186404"/>
                      </a:lnTo>
                      <a:lnTo>
                        <a:pt x="300704" y="20859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5" name="Google Shape;905;p28"/>
                <p:cNvSpPr/>
                <p:nvPr/>
              </p:nvSpPr>
              <p:spPr>
                <a:xfrm>
                  <a:off x="972883" y="4426553"/>
                  <a:ext cx="452246" cy="230219"/>
                </a:xfrm>
                <a:custGeom>
                  <a:avLst/>
                  <a:gdLst/>
                  <a:ahLst/>
                  <a:cxnLst/>
                  <a:rect l="l" t="t" r="r" b="b"/>
                  <a:pathLst>
                    <a:path w="452246" h="230219" extrusionOk="0">
                      <a:moveTo>
                        <a:pt x="0" y="0"/>
                      </a:moveTo>
                      <a:lnTo>
                        <a:pt x="452247" y="0"/>
                      </a:lnTo>
                      <a:lnTo>
                        <a:pt x="452247" y="230219"/>
                      </a:lnTo>
                      <a:lnTo>
                        <a:pt x="0" y="23021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06" name="Google Shape;906;p28"/>
            <p:cNvGrpSpPr/>
            <p:nvPr/>
          </p:nvGrpSpPr>
          <p:grpSpPr>
            <a:xfrm>
              <a:off x="5165167" y="2950875"/>
              <a:ext cx="645598" cy="1166771"/>
              <a:chOff x="5165167" y="2950875"/>
              <a:chExt cx="645598" cy="1166771"/>
            </a:xfrm>
          </p:grpSpPr>
          <p:grpSp>
            <p:nvGrpSpPr>
              <p:cNvPr id="907" name="Google Shape;907;p28"/>
              <p:cNvGrpSpPr/>
              <p:nvPr/>
            </p:nvGrpSpPr>
            <p:grpSpPr>
              <a:xfrm>
                <a:off x="5165167" y="2950875"/>
                <a:ext cx="645598" cy="1166771"/>
                <a:chOff x="1024660" y="3708890"/>
                <a:chExt cx="489423" cy="884520"/>
              </a:xfrm>
            </p:grpSpPr>
            <p:grpSp>
              <p:nvGrpSpPr>
                <p:cNvPr id="908" name="Google Shape;908;p28"/>
                <p:cNvGrpSpPr/>
                <p:nvPr/>
              </p:nvGrpSpPr>
              <p:grpSpPr>
                <a:xfrm>
                  <a:off x="1024660" y="3708890"/>
                  <a:ext cx="489423" cy="884520"/>
                  <a:chOff x="2124551" y="4954047"/>
                  <a:chExt cx="587120" cy="1061085"/>
                </a:xfrm>
              </p:grpSpPr>
              <p:sp>
                <p:nvSpPr>
                  <p:cNvPr id="909" name="Google Shape;909;p28"/>
                  <p:cNvSpPr/>
                  <p:nvPr/>
                </p:nvSpPr>
                <p:spPr>
                  <a:xfrm>
                    <a:off x="2124551" y="4954047"/>
                    <a:ext cx="587120" cy="1061085"/>
                  </a:xfrm>
                  <a:custGeom>
                    <a:avLst/>
                    <a:gdLst/>
                    <a:ahLst/>
                    <a:cxnLst/>
                    <a:rect l="l" t="t" r="r" b="b"/>
                    <a:pathLst>
                      <a:path w="587120" h="1061085" extrusionOk="0">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0" name="Google Shape;910;p28"/>
                  <p:cNvSpPr/>
                  <p:nvPr/>
                </p:nvSpPr>
                <p:spPr>
                  <a:xfrm>
                    <a:off x="2339530" y="4987099"/>
                    <a:ext cx="157162" cy="25527"/>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911" name="Google Shape;911;p28"/>
                <p:cNvSpPr/>
                <p:nvPr/>
              </p:nvSpPr>
              <p:spPr>
                <a:xfrm>
                  <a:off x="1059199" y="3818860"/>
                  <a:ext cx="419712" cy="647607"/>
                </a:xfrm>
                <a:custGeom>
                  <a:avLst/>
                  <a:gdLst/>
                  <a:ahLst/>
                  <a:cxnLst/>
                  <a:rect l="l" t="t" r="r" b="b"/>
                  <a:pathLst>
                    <a:path w="504158" h="777906" extrusionOk="0">
                      <a:moveTo>
                        <a:pt x="0" y="0"/>
                      </a:moveTo>
                      <a:lnTo>
                        <a:pt x="504158" y="0"/>
                      </a:lnTo>
                      <a:lnTo>
                        <a:pt x="504158" y="777907"/>
                      </a:lnTo>
                      <a:lnTo>
                        <a:pt x="0" y="77790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12" name="Google Shape;912;p28"/>
                <p:cNvGrpSpPr/>
                <p:nvPr/>
              </p:nvGrpSpPr>
              <p:grpSpPr>
                <a:xfrm>
                  <a:off x="1108189" y="4182116"/>
                  <a:ext cx="322524" cy="131011"/>
                  <a:chOff x="2224754" y="5521737"/>
                  <a:chExt cx="386905" cy="157163"/>
                </a:xfrm>
              </p:grpSpPr>
              <p:grpSp>
                <p:nvGrpSpPr>
                  <p:cNvPr id="913" name="Google Shape;913;p28"/>
                  <p:cNvGrpSpPr/>
                  <p:nvPr/>
                </p:nvGrpSpPr>
                <p:grpSpPr>
                  <a:xfrm>
                    <a:off x="2224754" y="5521737"/>
                    <a:ext cx="386905" cy="157163"/>
                    <a:chOff x="2224754" y="5521737"/>
                    <a:chExt cx="386905" cy="157163"/>
                  </a:xfrm>
                </p:grpSpPr>
                <p:grpSp>
                  <p:nvGrpSpPr>
                    <p:cNvPr id="914" name="Google Shape;914;p28"/>
                    <p:cNvGrpSpPr/>
                    <p:nvPr/>
                  </p:nvGrpSpPr>
                  <p:grpSpPr>
                    <a:xfrm>
                      <a:off x="2224754" y="5521737"/>
                      <a:ext cx="386905" cy="65532"/>
                      <a:chOff x="2224754" y="5521737"/>
                      <a:chExt cx="386905" cy="65532"/>
                    </a:xfrm>
                  </p:grpSpPr>
                  <p:sp>
                    <p:nvSpPr>
                      <p:cNvPr id="915" name="Google Shape;915;p28"/>
                      <p:cNvSpPr/>
                      <p:nvPr/>
                    </p:nvSpPr>
                    <p:spPr>
                      <a:xfrm>
                        <a:off x="2224754" y="5521737"/>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6" name="Google Shape;916;p28"/>
                      <p:cNvSpPr/>
                      <p:nvPr/>
                    </p:nvSpPr>
                    <p:spPr>
                      <a:xfrm>
                        <a:off x="2237422" y="5534405"/>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17" name="Google Shape;917;p28"/>
                    <p:cNvGrpSpPr/>
                    <p:nvPr/>
                  </p:nvGrpSpPr>
                  <p:grpSpPr>
                    <a:xfrm>
                      <a:off x="2224754" y="5613368"/>
                      <a:ext cx="386905" cy="65532"/>
                      <a:chOff x="2224754" y="5613368"/>
                      <a:chExt cx="386905" cy="65532"/>
                    </a:xfrm>
                  </p:grpSpPr>
                  <p:sp>
                    <p:nvSpPr>
                      <p:cNvPr id="918" name="Google Shape;918;p28"/>
                      <p:cNvSpPr/>
                      <p:nvPr/>
                    </p:nvSpPr>
                    <p:spPr>
                      <a:xfrm>
                        <a:off x="2224754" y="5613368"/>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9" name="Google Shape;919;p28"/>
                      <p:cNvSpPr/>
                      <p:nvPr/>
                    </p:nvSpPr>
                    <p:spPr>
                      <a:xfrm>
                        <a:off x="2237422" y="5626036"/>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20" name="Google Shape;920;p28"/>
                  <p:cNvGrpSpPr/>
                  <p:nvPr/>
                </p:nvGrpSpPr>
                <p:grpSpPr>
                  <a:xfrm>
                    <a:off x="2336863" y="5554217"/>
                    <a:ext cx="177355" cy="15050"/>
                    <a:chOff x="2336863" y="5554217"/>
                    <a:chExt cx="177355" cy="15050"/>
                  </a:xfrm>
                </p:grpSpPr>
                <p:sp>
                  <p:nvSpPr>
                    <p:cNvPr id="921" name="Google Shape;921;p28"/>
                    <p:cNvSpPr/>
                    <p:nvPr/>
                  </p:nvSpPr>
                  <p:spPr>
                    <a:xfrm>
                      <a:off x="2336863" y="5554218"/>
                      <a:ext cx="15049" cy="15049"/>
                    </a:xfrm>
                    <a:custGeom>
                      <a:avLst/>
                      <a:gdLst/>
                      <a:ahLst/>
                      <a:cxnLst/>
                      <a:rect l="l" t="t" r="r" b="b"/>
                      <a:pathLst>
                        <a:path w="15049" h="15049" extrusionOk="0">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2" name="Google Shape;922;p28"/>
                    <p:cNvSpPr/>
                    <p:nvPr/>
                  </p:nvSpPr>
                  <p:spPr>
                    <a:xfrm>
                      <a:off x="2377440" y="5554217"/>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3" name="Google Shape;923;p28"/>
                    <p:cNvSpPr/>
                    <p:nvPr/>
                  </p:nvSpPr>
                  <p:spPr>
                    <a:xfrm>
                      <a:off x="2418016"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4" name="Google Shape;924;p28"/>
                    <p:cNvSpPr/>
                    <p:nvPr/>
                  </p:nvSpPr>
                  <p:spPr>
                    <a:xfrm>
                      <a:off x="2458593" y="5554218"/>
                      <a:ext cx="15049" cy="15049"/>
                    </a:xfrm>
                    <a:custGeom>
                      <a:avLst/>
                      <a:gdLst/>
                      <a:ahLst/>
                      <a:cxnLst/>
                      <a:rect l="l" t="t" r="r" b="b"/>
                      <a:pathLst>
                        <a:path w="15049" h="15049" extrusionOk="0">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5" name="Google Shape;925;p28"/>
                    <p:cNvSpPr/>
                    <p:nvPr/>
                  </p:nvSpPr>
                  <p:spPr>
                    <a:xfrm>
                      <a:off x="2499169"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26" name="Google Shape;926;p28"/>
                  <p:cNvGrpSpPr/>
                  <p:nvPr/>
                </p:nvGrpSpPr>
                <p:grpSpPr>
                  <a:xfrm>
                    <a:off x="2336863" y="5641848"/>
                    <a:ext cx="177355" cy="15049"/>
                    <a:chOff x="2336863" y="5641848"/>
                    <a:chExt cx="177355" cy="15049"/>
                  </a:xfrm>
                </p:grpSpPr>
                <p:sp>
                  <p:nvSpPr>
                    <p:cNvPr id="927" name="Google Shape;927;p28"/>
                    <p:cNvSpPr/>
                    <p:nvPr/>
                  </p:nvSpPr>
                  <p:spPr>
                    <a:xfrm>
                      <a:off x="2336863"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8" name="Google Shape;928;p28"/>
                    <p:cNvSpPr/>
                    <p:nvPr/>
                  </p:nvSpPr>
                  <p:spPr>
                    <a:xfrm>
                      <a:off x="2377440" y="5641848"/>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9" name="Google Shape;929;p28"/>
                    <p:cNvSpPr/>
                    <p:nvPr/>
                  </p:nvSpPr>
                  <p:spPr>
                    <a:xfrm>
                      <a:off x="2418016"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0" name="Google Shape;930;p28"/>
                    <p:cNvSpPr/>
                    <p:nvPr/>
                  </p:nvSpPr>
                  <p:spPr>
                    <a:xfrm>
                      <a:off x="2458592"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1" name="Google Shape;931;p28"/>
                    <p:cNvSpPr/>
                    <p:nvPr/>
                  </p:nvSpPr>
                  <p:spPr>
                    <a:xfrm>
                      <a:off x="2499169"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32" name="Google Shape;932;p28"/>
                <p:cNvGrpSpPr/>
                <p:nvPr/>
              </p:nvGrpSpPr>
              <p:grpSpPr>
                <a:xfrm>
                  <a:off x="1161625" y="3903897"/>
                  <a:ext cx="215413" cy="215333"/>
                  <a:chOff x="2288857" y="5187981"/>
                  <a:chExt cx="258413" cy="258317"/>
                </a:xfrm>
              </p:grpSpPr>
              <p:sp>
                <p:nvSpPr>
                  <p:cNvPr id="933" name="Google Shape;933;p28"/>
                  <p:cNvSpPr/>
                  <p:nvPr/>
                </p:nvSpPr>
                <p:spPr>
                  <a:xfrm>
                    <a:off x="2288857" y="5187981"/>
                    <a:ext cx="258413" cy="258317"/>
                  </a:xfrm>
                  <a:custGeom>
                    <a:avLst/>
                    <a:gdLst/>
                    <a:ahLst/>
                    <a:cxnLst/>
                    <a:rect l="l" t="t" r="r" b="b"/>
                    <a:pathLst>
                      <a:path w="258413" h="258317" extrusionOk="0">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4" name="Google Shape;934;p28"/>
                  <p:cNvSpPr/>
                  <p:nvPr/>
                </p:nvSpPr>
                <p:spPr>
                  <a:xfrm>
                    <a:off x="2316956" y="5234082"/>
                    <a:ext cx="202501" cy="212216"/>
                  </a:xfrm>
                  <a:custGeom>
                    <a:avLst/>
                    <a:gdLst/>
                    <a:ahLst/>
                    <a:cxnLst/>
                    <a:rect l="l" t="t" r="r" b="b"/>
                    <a:pathLst>
                      <a:path w="202501" h="212216" extrusionOk="0">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935" name="Google Shape;935;p28"/>
              <p:cNvSpPr/>
              <p:nvPr/>
            </p:nvSpPr>
            <p:spPr>
              <a:xfrm>
                <a:off x="5401558" y="4012919"/>
                <a:ext cx="172878" cy="28080"/>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30"/>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Sommaire</a:t>
            </a:r>
            <a:endParaRPr/>
          </a:p>
        </p:txBody>
      </p:sp>
      <p:sp>
        <p:nvSpPr>
          <p:cNvPr id="950" name="Google Shape;950;p30"/>
          <p:cNvSpPr txBox="1">
            <a:spLocks noGrp="1"/>
          </p:cNvSpPr>
          <p:nvPr>
            <p:ph type="title" idx="2"/>
          </p:nvPr>
        </p:nvSpPr>
        <p:spPr>
          <a:xfrm>
            <a:off x="1667903" y="1337485"/>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951" name="Google Shape;951;p30"/>
          <p:cNvSpPr txBox="1">
            <a:spLocks noGrp="1"/>
          </p:cNvSpPr>
          <p:nvPr>
            <p:ph type="title" idx="3"/>
          </p:nvPr>
        </p:nvSpPr>
        <p:spPr>
          <a:xfrm>
            <a:off x="3130943" y="2943316"/>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952" name="Google Shape;952;p30"/>
          <p:cNvSpPr txBox="1">
            <a:spLocks noGrp="1"/>
          </p:cNvSpPr>
          <p:nvPr>
            <p:ph type="title" idx="4"/>
          </p:nvPr>
        </p:nvSpPr>
        <p:spPr>
          <a:xfrm>
            <a:off x="3986178" y="1337485"/>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953" name="Google Shape;953;p30"/>
          <p:cNvSpPr txBox="1">
            <a:spLocks noGrp="1"/>
          </p:cNvSpPr>
          <p:nvPr>
            <p:ph type="title" idx="5"/>
          </p:nvPr>
        </p:nvSpPr>
        <p:spPr>
          <a:xfrm>
            <a:off x="5699154" y="2943316"/>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05</a:t>
            </a:r>
            <a:endParaRPr/>
          </a:p>
        </p:txBody>
      </p:sp>
      <p:sp>
        <p:nvSpPr>
          <p:cNvPr id="954" name="Google Shape;954;p30"/>
          <p:cNvSpPr txBox="1">
            <a:spLocks noGrp="1"/>
          </p:cNvSpPr>
          <p:nvPr>
            <p:ph type="title" idx="6"/>
          </p:nvPr>
        </p:nvSpPr>
        <p:spPr>
          <a:xfrm>
            <a:off x="6304453" y="1337485"/>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956" name="Google Shape;956;p30"/>
          <p:cNvSpPr txBox="1">
            <a:spLocks noGrp="1"/>
          </p:cNvSpPr>
          <p:nvPr>
            <p:ph type="subTitle" idx="1"/>
          </p:nvPr>
        </p:nvSpPr>
        <p:spPr>
          <a:xfrm>
            <a:off x="882503" y="1972173"/>
            <a:ext cx="2305500" cy="75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Problèmes</a:t>
            </a:r>
            <a:endParaRPr/>
          </a:p>
        </p:txBody>
      </p:sp>
      <p:sp>
        <p:nvSpPr>
          <p:cNvPr id="957" name="Google Shape;957;p30"/>
          <p:cNvSpPr txBox="1">
            <a:spLocks noGrp="1"/>
          </p:cNvSpPr>
          <p:nvPr>
            <p:ph type="subTitle" idx="8"/>
          </p:nvPr>
        </p:nvSpPr>
        <p:spPr>
          <a:xfrm>
            <a:off x="3213553" y="1902420"/>
            <a:ext cx="2305500" cy="75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Notre </a:t>
            </a:r>
          </a:p>
          <a:p>
            <a:pPr marL="0" lvl="0" indent="0" algn="ctr" rtl="0">
              <a:spcBef>
                <a:spcPts val="0"/>
              </a:spcBef>
              <a:spcAft>
                <a:spcPts val="0"/>
              </a:spcAft>
              <a:buNone/>
            </a:pPr>
            <a:r>
              <a:rPr lang="en"/>
              <a:t>Solution</a:t>
            </a:r>
            <a:endParaRPr/>
          </a:p>
        </p:txBody>
      </p:sp>
      <p:sp>
        <p:nvSpPr>
          <p:cNvPr id="958" name="Google Shape;958;p30"/>
          <p:cNvSpPr txBox="1">
            <a:spLocks noGrp="1"/>
          </p:cNvSpPr>
          <p:nvPr>
            <p:ph type="subTitle" idx="9"/>
          </p:nvPr>
        </p:nvSpPr>
        <p:spPr>
          <a:xfrm>
            <a:off x="5544603" y="1973718"/>
            <a:ext cx="2305500" cy="75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Architecture</a:t>
            </a:r>
            <a:endParaRPr/>
          </a:p>
        </p:txBody>
      </p:sp>
      <p:sp>
        <p:nvSpPr>
          <p:cNvPr id="959" name="Google Shape;959;p30"/>
          <p:cNvSpPr txBox="1">
            <a:spLocks noGrp="1"/>
          </p:cNvSpPr>
          <p:nvPr>
            <p:ph type="subTitle" idx="13"/>
          </p:nvPr>
        </p:nvSpPr>
        <p:spPr>
          <a:xfrm>
            <a:off x="2193040" y="3605948"/>
            <a:ext cx="2610505" cy="75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Résultats + Limites</a:t>
            </a:r>
            <a:endParaRPr/>
          </a:p>
        </p:txBody>
      </p:sp>
      <p:sp>
        <p:nvSpPr>
          <p:cNvPr id="960" name="Google Shape;960;p30"/>
          <p:cNvSpPr txBox="1">
            <a:spLocks noGrp="1"/>
          </p:cNvSpPr>
          <p:nvPr>
            <p:ph type="subTitle" idx="14"/>
          </p:nvPr>
        </p:nvSpPr>
        <p:spPr>
          <a:xfrm>
            <a:off x="4728129" y="3601228"/>
            <a:ext cx="2676750" cy="75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Conclusion + Suite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31"/>
          <p:cNvSpPr/>
          <p:nvPr/>
        </p:nvSpPr>
        <p:spPr>
          <a:xfrm rot="4500170">
            <a:off x="4600402" y="7400"/>
            <a:ext cx="5575737" cy="4867271"/>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1"/>
          <p:cNvSpPr txBox="1">
            <a:spLocks noGrp="1"/>
          </p:cNvSpPr>
          <p:nvPr>
            <p:ph type="title"/>
          </p:nvPr>
        </p:nvSpPr>
        <p:spPr>
          <a:xfrm>
            <a:off x="884780" y="929015"/>
            <a:ext cx="2804400" cy="6139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err="1"/>
              <a:t>Problèmes</a:t>
            </a:r>
            <a:endParaRPr dirty="0" err="1"/>
          </a:p>
        </p:txBody>
      </p:sp>
      <p:pic>
        <p:nvPicPr>
          <p:cNvPr id="969" name="Google Shape;969;p31"/>
          <p:cNvPicPr preferRelativeResize="0">
            <a:picLocks noGrp="1"/>
          </p:cNvPicPr>
          <p:nvPr>
            <p:ph type="pic" idx="2"/>
          </p:nvPr>
        </p:nvPicPr>
        <p:blipFill rotWithShape="1">
          <a:blip r:embed="rId3">
            <a:alphaModFix/>
          </a:blip>
          <a:srcRect l="20239" r="20239"/>
          <a:stretch/>
        </p:blipFill>
        <p:spPr>
          <a:prstGeom prst="roundRect">
            <a:avLst>
              <a:gd name="adj" fmla="val 16667"/>
            </a:avLst>
          </a:prstGeom>
        </p:spPr>
      </p:pic>
      <p:sp>
        <p:nvSpPr>
          <p:cNvPr id="10" name="Google Shape;950;p30">
            <a:extLst>
              <a:ext uri="{FF2B5EF4-FFF2-40B4-BE49-F238E27FC236}">
                <a16:creationId xmlns:a16="http://schemas.microsoft.com/office/drawing/2014/main" id="{4D9A1340-2B15-61CE-C732-76F9E42B08E2}"/>
              </a:ext>
            </a:extLst>
          </p:cNvPr>
          <p:cNvSpPr txBox="1">
            <a:spLocks/>
          </p:cNvSpPr>
          <p:nvPr/>
        </p:nvSpPr>
        <p:spPr>
          <a:xfrm>
            <a:off x="556400" y="1947539"/>
            <a:ext cx="656760" cy="572700"/>
          </a:xfrm>
          <a:prstGeom prst="rect">
            <a:avLst/>
          </a:prstGeom>
          <a:noFill/>
          <a:ln>
            <a:noFill/>
          </a:ln>
        </p:spPr>
        <p:txBody>
          <a:bodyPr spcFirstLastPara="1" wrap="square" lIns="91425" tIns="91425" rIns="91425" bIns="91425" anchor="b" anchorCtr="0">
            <a:noAutofit/>
          </a:bodyPr>
          <a:lstStyle/>
          <a:p>
            <a:pPr algn="ctr" rtl="0">
              <a:buClrTx/>
              <a:buFontTx/>
            </a:pPr>
            <a:r>
              <a:rPr lang="en" sz="3000" b="1" dirty="0">
                <a:solidFill>
                  <a:sysClr val="windowText" lastClr="000000"/>
                </a:solidFill>
                <a:latin typeface="Epilogue" panose="020B0604020202020204" charset="0"/>
              </a:rPr>
              <a:t>01</a:t>
            </a:r>
          </a:p>
        </p:txBody>
      </p:sp>
      <p:sp>
        <p:nvSpPr>
          <p:cNvPr id="11" name="Google Shape;952;p30">
            <a:extLst>
              <a:ext uri="{FF2B5EF4-FFF2-40B4-BE49-F238E27FC236}">
                <a16:creationId xmlns:a16="http://schemas.microsoft.com/office/drawing/2014/main" id="{F3E67589-32B2-6EC4-90B9-5C71E6D1A680}"/>
              </a:ext>
            </a:extLst>
          </p:cNvPr>
          <p:cNvSpPr txBox="1">
            <a:spLocks/>
          </p:cNvSpPr>
          <p:nvPr/>
        </p:nvSpPr>
        <p:spPr>
          <a:xfrm>
            <a:off x="2427513" y="1947539"/>
            <a:ext cx="734700" cy="5727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b="1" dirty="0">
                <a:latin typeface="Epilogue" panose="020B0604020202020204" charset="0"/>
              </a:rPr>
              <a:t>02</a:t>
            </a:r>
          </a:p>
        </p:txBody>
      </p:sp>
      <p:sp>
        <p:nvSpPr>
          <p:cNvPr id="12" name="Google Shape;954;p30">
            <a:extLst>
              <a:ext uri="{FF2B5EF4-FFF2-40B4-BE49-F238E27FC236}">
                <a16:creationId xmlns:a16="http://schemas.microsoft.com/office/drawing/2014/main" id="{E766748A-7FE9-CAA7-C73A-E94F20479F52}"/>
              </a:ext>
            </a:extLst>
          </p:cNvPr>
          <p:cNvSpPr txBox="1">
            <a:spLocks/>
          </p:cNvSpPr>
          <p:nvPr/>
        </p:nvSpPr>
        <p:spPr>
          <a:xfrm>
            <a:off x="4246332" y="1947539"/>
            <a:ext cx="734700" cy="5727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b="1" dirty="0">
                <a:latin typeface="Epilogue" panose="020B0604020202020204" charset="0"/>
              </a:rPr>
              <a:t>03</a:t>
            </a:r>
          </a:p>
        </p:txBody>
      </p:sp>
      <p:sp>
        <p:nvSpPr>
          <p:cNvPr id="14" name="Google Shape;957;p30">
            <a:extLst>
              <a:ext uri="{FF2B5EF4-FFF2-40B4-BE49-F238E27FC236}">
                <a16:creationId xmlns:a16="http://schemas.microsoft.com/office/drawing/2014/main" id="{24E90F13-AEBD-0470-D105-4960E6E25DF0}"/>
              </a:ext>
            </a:extLst>
          </p:cNvPr>
          <p:cNvSpPr txBox="1">
            <a:spLocks/>
          </p:cNvSpPr>
          <p:nvPr/>
        </p:nvSpPr>
        <p:spPr>
          <a:xfrm>
            <a:off x="1882602" y="2441035"/>
            <a:ext cx="1836581" cy="750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CH" sz="2500" b="1" dirty="0">
                <a:latin typeface="Epilogue" panose="020B0604020202020204" charset="0"/>
              </a:rPr>
              <a:t>Services en panne</a:t>
            </a:r>
          </a:p>
        </p:txBody>
      </p:sp>
      <p:sp>
        <p:nvSpPr>
          <p:cNvPr id="15" name="Google Shape;958;p30">
            <a:extLst>
              <a:ext uri="{FF2B5EF4-FFF2-40B4-BE49-F238E27FC236}">
                <a16:creationId xmlns:a16="http://schemas.microsoft.com/office/drawing/2014/main" id="{68C4BFAC-8457-34BE-04AE-F08DDA376F1F}"/>
              </a:ext>
            </a:extLst>
          </p:cNvPr>
          <p:cNvSpPr txBox="1">
            <a:spLocks/>
          </p:cNvSpPr>
          <p:nvPr/>
        </p:nvSpPr>
        <p:spPr>
          <a:xfrm>
            <a:off x="3739514" y="2441035"/>
            <a:ext cx="1771064" cy="750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CH" sz="2500" b="1" dirty="0">
                <a:latin typeface="Epilogue" panose="020B0604020202020204" charset="0"/>
              </a:rPr>
              <a:t>Failles de sécurité</a:t>
            </a:r>
          </a:p>
        </p:txBody>
      </p:sp>
      <p:sp>
        <p:nvSpPr>
          <p:cNvPr id="17" name="Google Shape;957;p30">
            <a:extLst>
              <a:ext uri="{FF2B5EF4-FFF2-40B4-BE49-F238E27FC236}">
                <a16:creationId xmlns:a16="http://schemas.microsoft.com/office/drawing/2014/main" id="{1DB28309-F9A9-05A6-1C29-72DB5275F493}"/>
              </a:ext>
            </a:extLst>
          </p:cNvPr>
          <p:cNvSpPr txBox="1">
            <a:spLocks/>
          </p:cNvSpPr>
          <p:nvPr/>
        </p:nvSpPr>
        <p:spPr>
          <a:xfrm>
            <a:off x="174819" y="2441035"/>
            <a:ext cx="1538924" cy="750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CH" sz="2500" b="1" dirty="0">
                <a:latin typeface="Epilogue" panose="020B0604020202020204" charset="0"/>
              </a:rPr>
              <a:t>Réseau</a:t>
            </a:r>
          </a:p>
          <a:p>
            <a:pPr algn="ctr"/>
            <a:r>
              <a:rPr lang="fr-CH" sz="2500" b="1" dirty="0">
                <a:latin typeface="Epilogue" panose="020B0604020202020204" charset="0"/>
              </a:rPr>
              <a:t>instable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10" name="Google Shape;1110;p34"/>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Notre Solution</a:t>
            </a:r>
            <a:endParaRPr dirty="0"/>
          </a:p>
        </p:txBody>
      </p:sp>
      <p:grpSp>
        <p:nvGrpSpPr>
          <p:cNvPr id="1114" name="Google Shape;1114;p34"/>
          <p:cNvGrpSpPr/>
          <p:nvPr/>
        </p:nvGrpSpPr>
        <p:grpSpPr>
          <a:xfrm>
            <a:off x="7658533" y="701383"/>
            <a:ext cx="1187311" cy="624971"/>
            <a:chOff x="3859815" y="2867310"/>
            <a:chExt cx="1262157" cy="664368"/>
          </a:xfrm>
        </p:grpSpPr>
        <p:sp>
          <p:nvSpPr>
            <p:cNvPr id="1115" name="Google Shape;1115;p34"/>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p:cNvGrpSpPr/>
            <p:nvPr/>
          </p:nvGrpSpPr>
          <p:grpSpPr>
            <a:xfrm>
              <a:off x="4275677" y="3065525"/>
              <a:ext cx="334517" cy="380047"/>
              <a:chOff x="4275677" y="3065525"/>
              <a:chExt cx="334517" cy="380047"/>
            </a:xfrm>
          </p:grpSpPr>
          <p:grpSp>
            <p:nvGrpSpPr>
              <p:cNvPr id="1117" name="Google Shape;1117;p34"/>
              <p:cNvGrpSpPr/>
              <p:nvPr/>
            </p:nvGrpSpPr>
            <p:grpSpPr>
              <a:xfrm>
                <a:off x="4275677" y="3065525"/>
                <a:ext cx="334517" cy="380047"/>
                <a:chOff x="4275677" y="3065525"/>
                <a:chExt cx="334517" cy="380047"/>
              </a:xfrm>
            </p:grpSpPr>
            <p:grpSp>
              <p:nvGrpSpPr>
                <p:cNvPr id="1118" name="Google Shape;1118;p34"/>
                <p:cNvGrpSpPr/>
                <p:nvPr/>
              </p:nvGrpSpPr>
              <p:grpSpPr>
                <a:xfrm>
                  <a:off x="4275677" y="3301269"/>
                  <a:ext cx="334422" cy="144303"/>
                  <a:chOff x="4275677" y="3301269"/>
                  <a:chExt cx="334422" cy="144303"/>
                </a:xfrm>
              </p:grpSpPr>
              <p:sp>
                <p:nvSpPr>
                  <p:cNvPr id="1119" name="Google Shape;1119;p34"/>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p:cNvGrpSpPr/>
                <p:nvPr/>
              </p:nvGrpSpPr>
              <p:grpSpPr>
                <a:xfrm>
                  <a:off x="4275677" y="3183350"/>
                  <a:ext cx="334422" cy="144302"/>
                  <a:chOff x="4275677" y="3183350"/>
                  <a:chExt cx="334422" cy="144302"/>
                </a:xfrm>
              </p:grpSpPr>
              <p:sp>
                <p:nvSpPr>
                  <p:cNvPr id="1122" name="Google Shape;1122;p34"/>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p:cNvGrpSpPr/>
                <p:nvPr/>
              </p:nvGrpSpPr>
              <p:grpSpPr>
                <a:xfrm>
                  <a:off x="4275677" y="3065525"/>
                  <a:ext cx="334517" cy="144303"/>
                  <a:chOff x="4275677" y="3065525"/>
                  <a:chExt cx="334517" cy="144303"/>
                </a:xfrm>
              </p:grpSpPr>
              <p:sp>
                <p:nvSpPr>
                  <p:cNvPr id="1125" name="Google Shape;1125;p34"/>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0" name="Google Shape;1110;p34">
            <a:extLst>
              <a:ext uri="{FF2B5EF4-FFF2-40B4-BE49-F238E27FC236}">
                <a16:creationId xmlns:a16="http://schemas.microsoft.com/office/drawing/2014/main" id="{2327E95E-C7BA-7FCB-7C3B-DDFAB6E9798C}"/>
              </a:ext>
            </a:extLst>
          </p:cNvPr>
          <p:cNvSpPr txBox="1">
            <a:spLocks/>
          </p:cNvSpPr>
          <p:nvPr/>
        </p:nvSpPr>
        <p:spPr>
          <a:xfrm>
            <a:off x="720000" y="1051482"/>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fr-CH" sz="2400" dirty="0">
                <a:solidFill>
                  <a:schemeClr val="accent6"/>
                </a:solidFill>
              </a:rPr>
              <a:t>Trois piliers</a:t>
            </a:r>
          </a:p>
        </p:txBody>
      </p:sp>
      <p:sp>
        <p:nvSpPr>
          <p:cNvPr id="11" name="Rectangle 10">
            <a:extLst>
              <a:ext uri="{FF2B5EF4-FFF2-40B4-BE49-F238E27FC236}">
                <a16:creationId xmlns:a16="http://schemas.microsoft.com/office/drawing/2014/main" id="{E2FC2901-AA32-0AAF-9365-6FA482071645}"/>
              </a:ext>
            </a:extLst>
          </p:cNvPr>
          <p:cNvSpPr/>
          <p:nvPr/>
        </p:nvSpPr>
        <p:spPr>
          <a:xfrm>
            <a:off x="1066800" y="1816608"/>
            <a:ext cx="2054352" cy="27492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14" name="ZoneTexte 13">
            <a:extLst>
              <a:ext uri="{FF2B5EF4-FFF2-40B4-BE49-F238E27FC236}">
                <a16:creationId xmlns:a16="http://schemas.microsoft.com/office/drawing/2014/main" id="{3F037189-AEC1-695E-DBB9-7ACCE0E294FB}"/>
              </a:ext>
            </a:extLst>
          </p:cNvPr>
          <p:cNvSpPr txBox="1"/>
          <p:nvPr/>
        </p:nvSpPr>
        <p:spPr>
          <a:xfrm>
            <a:off x="1066800" y="1816608"/>
            <a:ext cx="2054352" cy="523220"/>
          </a:xfrm>
          <a:prstGeom prst="rect">
            <a:avLst/>
          </a:prstGeom>
          <a:noFill/>
        </p:spPr>
        <p:txBody>
          <a:bodyPr wrap="square" rtlCol="0">
            <a:spAutoFit/>
          </a:bodyPr>
          <a:lstStyle/>
          <a:p>
            <a:pPr algn="ctr"/>
            <a:r>
              <a:rPr lang="fr-CH" dirty="0"/>
              <a:t>Pilier 1</a:t>
            </a:r>
          </a:p>
          <a:p>
            <a:pPr algn="ctr"/>
            <a:r>
              <a:rPr lang="fr-CH" dirty="0" err="1"/>
              <a:t>Proxmox</a:t>
            </a:r>
            <a:r>
              <a:rPr lang="fr-CH" dirty="0"/>
              <a:t> (cluster)</a:t>
            </a:r>
          </a:p>
        </p:txBody>
      </p:sp>
      <p:sp>
        <p:nvSpPr>
          <p:cNvPr id="15" name="ZoneTexte 14">
            <a:extLst>
              <a:ext uri="{FF2B5EF4-FFF2-40B4-BE49-F238E27FC236}">
                <a16:creationId xmlns:a16="http://schemas.microsoft.com/office/drawing/2014/main" id="{7ED3C08F-0FAB-7AE0-12F1-2E23FE014E2A}"/>
              </a:ext>
            </a:extLst>
          </p:cNvPr>
          <p:cNvSpPr txBox="1"/>
          <p:nvPr/>
        </p:nvSpPr>
        <p:spPr>
          <a:xfrm>
            <a:off x="1066800" y="2682240"/>
            <a:ext cx="2054352" cy="88723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fr-CH" dirty="0"/>
              <a:t>Virtualisation</a:t>
            </a:r>
          </a:p>
          <a:p>
            <a:pPr marL="285750" indent="-285750">
              <a:lnSpc>
                <a:spcPct val="200000"/>
              </a:lnSpc>
              <a:buFont typeface="Arial" panose="020B0604020202020204" pitchFamily="34" charset="0"/>
              <a:buChar char="•"/>
            </a:pPr>
            <a:r>
              <a:rPr lang="fr-CH" dirty="0"/>
              <a:t>VM centralisées</a:t>
            </a:r>
          </a:p>
        </p:txBody>
      </p:sp>
      <p:sp>
        <p:nvSpPr>
          <p:cNvPr id="22" name="Rectangle 21">
            <a:extLst>
              <a:ext uri="{FF2B5EF4-FFF2-40B4-BE49-F238E27FC236}">
                <a16:creationId xmlns:a16="http://schemas.microsoft.com/office/drawing/2014/main" id="{30F4FEB8-4792-A853-B001-BE74E2E0A017}"/>
              </a:ext>
            </a:extLst>
          </p:cNvPr>
          <p:cNvSpPr/>
          <p:nvPr/>
        </p:nvSpPr>
        <p:spPr>
          <a:xfrm>
            <a:off x="3544824" y="1816608"/>
            <a:ext cx="2054352" cy="27492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3" name="ZoneTexte 22">
            <a:extLst>
              <a:ext uri="{FF2B5EF4-FFF2-40B4-BE49-F238E27FC236}">
                <a16:creationId xmlns:a16="http://schemas.microsoft.com/office/drawing/2014/main" id="{EB8CBEF9-5A88-5FB6-DEE6-2794F0F982BB}"/>
              </a:ext>
            </a:extLst>
          </p:cNvPr>
          <p:cNvSpPr txBox="1"/>
          <p:nvPr/>
        </p:nvSpPr>
        <p:spPr>
          <a:xfrm>
            <a:off x="3544824" y="1816608"/>
            <a:ext cx="2054352" cy="523220"/>
          </a:xfrm>
          <a:prstGeom prst="rect">
            <a:avLst/>
          </a:prstGeom>
          <a:noFill/>
        </p:spPr>
        <p:txBody>
          <a:bodyPr wrap="square" rtlCol="0">
            <a:spAutoFit/>
          </a:bodyPr>
          <a:lstStyle/>
          <a:p>
            <a:pPr algn="ctr"/>
            <a:r>
              <a:rPr lang="fr-CH" dirty="0"/>
              <a:t>Pilier 2</a:t>
            </a:r>
          </a:p>
          <a:p>
            <a:pPr algn="ctr"/>
            <a:r>
              <a:rPr lang="fr-CH" dirty="0"/>
              <a:t>Windows Server</a:t>
            </a:r>
          </a:p>
        </p:txBody>
      </p:sp>
      <p:sp>
        <p:nvSpPr>
          <p:cNvPr id="24" name="ZoneTexte 23">
            <a:extLst>
              <a:ext uri="{FF2B5EF4-FFF2-40B4-BE49-F238E27FC236}">
                <a16:creationId xmlns:a16="http://schemas.microsoft.com/office/drawing/2014/main" id="{46ECDF6D-0D86-E950-4831-7CC770FCD341}"/>
              </a:ext>
            </a:extLst>
          </p:cNvPr>
          <p:cNvSpPr txBox="1"/>
          <p:nvPr/>
        </p:nvSpPr>
        <p:spPr>
          <a:xfrm>
            <a:off x="3544824" y="2682240"/>
            <a:ext cx="2054352" cy="131811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fr-CH" dirty="0"/>
              <a:t>AD DS</a:t>
            </a:r>
          </a:p>
          <a:p>
            <a:pPr marL="285750" indent="-285750">
              <a:lnSpc>
                <a:spcPct val="200000"/>
              </a:lnSpc>
              <a:buFont typeface="Arial" panose="020B0604020202020204" pitchFamily="34" charset="0"/>
              <a:buChar char="•"/>
            </a:pPr>
            <a:r>
              <a:rPr lang="fr-CH" dirty="0"/>
              <a:t>DNS</a:t>
            </a:r>
          </a:p>
          <a:p>
            <a:pPr marL="285750" indent="-285750">
              <a:lnSpc>
                <a:spcPct val="200000"/>
              </a:lnSpc>
              <a:buFont typeface="Arial" panose="020B0604020202020204" pitchFamily="34" charset="0"/>
              <a:buChar char="•"/>
            </a:pPr>
            <a:r>
              <a:rPr lang="fr-CH" dirty="0"/>
              <a:t>DHCP</a:t>
            </a:r>
          </a:p>
        </p:txBody>
      </p:sp>
      <p:sp>
        <p:nvSpPr>
          <p:cNvPr id="25" name="Rectangle 24">
            <a:extLst>
              <a:ext uri="{FF2B5EF4-FFF2-40B4-BE49-F238E27FC236}">
                <a16:creationId xmlns:a16="http://schemas.microsoft.com/office/drawing/2014/main" id="{CF468B6F-0669-67FE-18B1-89ABC9004C2A}"/>
              </a:ext>
            </a:extLst>
          </p:cNvPr>
          <p:cNvSpPr/>
          <p:nvPr/>
        </p:nvSpPr>
        <p:spPr>
          <a:xfrm>
            <a:off x="6022848" y="1816608"/>
            <a:ext cx="2054352" cy="27492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6" name="ZoneTexte 25">
            <a:extLst>
              <a:ext uri="{FF2B5EF4-FFF2-40B4-BE49-F238E27FC236}">
                <a16:creationId xmlns:a16="http://schemas.microsoft.com/office/drawing/2014/main" id="{6F3B480A-ED5A-E1EB-1542-92B3BCDE495B}"/>
              </a:ext>
            </a:extLst>
          </p:cNvPr>
          <p:cNvSpPr txBox="1"/>
          <p:nvPr/>
        </p:nvSpPr>
        <p:spPr>
          <a:xfrm>
            <a:off x="6022848" y="1816608"/>
            <a:ext cx="2054352" cy="523220"/>
          </a:xfrm>
          <a:prstGeom prst="rect">
            <a:avLst/>
          </a:prstGeom>
          <a:noFill/>
        </p:spPr>
        <p:txBody>
          <a:bodyPr wrap="square" rtlCol="0">
            <a:spAutoFit/>
          </a:bodyPr>
          <a:lstStyle/>
          <a:p>
            <a:pPr algn="ctr"/>
            <a:r>
              <a:rPr lang="fr-CH" dirty="0"/>
              <a:t>Pilier 3</a:t>
            </a:r>
          </a:p>
          <a:p>
            <a:pPr algn="ctr"/>
            <a:r>
              <a:rPr lang="fr-CH" dirty="0"/>
              <a:t>Sécurité</a:t>
            </a:r>
          </a:p>
        </p:txBody>
      </p:sp>
      <p:sp>
        <p:nvSpPr>
          <p:cNvPr id="27" name="ZoneTexte 26">
            <a:extLst>
              <a:ext uri="{FF2B5EF4-FFF2-40B4-BE49-F238E27FC236}">
                <a16:creationId xmlns:a16="http://schemas.microsoft.com/office/drawing/2014/main" id="{2A3008C7-6673-4E1B-7B5D-E44FF009D7AB}"/>
              </a:ext>
            </a:extLst>
          </p:cNvPr>
          <p:cNvSpPr txBox="1"/>
          <p:nvPr/>
        </p:nvSpPr>
        <p:spPr>
          <a:xfrm>
            <a:off x="6022848" y="2682240"/>
            <a:ext cx="2054352" cy="131811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fr-CH" err="1"/>
              <a:t>OPNsense</a:t>
            </a:r>
            <a:endParaRPr lang="fr-CH"/>
          </a:p>
          <a:p>
            <a:pPr marL="285750" indent="-285750">
              <a:lnSpc>
                <a:spcPct val="200000"/>
              </a:lnSpc>
              <a:buFont typeface="Arial" panose="020B0604020202020204" pitchFamily="34" charset="0"/>
              <a:buChar char="•"/>
            </a:pPr>
            <a:r>
              <a:rPr lang="fr-CH" dirty="0"/>
              <a:t>VLAN/segmentation</a:t>
            </a:r>
          </a:p>
          <a:p>
            <a:pPr marL="285750" indent="-285750">
              <a:lnSpc>
                <a:spcPct val="200000"/>
              </a:lnSpc>
              <a:buFont typeface="Arial" panose="020B0604020202020204" pitchFamily="34" charset="0"/>
              <a:buChar char="•"/>
            </a:pPr>
            <a:r>
              <a:rPr lang="fr-CH" dirty="0"/>
              <a:t>Limitation des flux</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p33"/>
          <p:cNvSpPr txBox="1">
            <a:spLocks noGrp="1"/>
          </p:cNvSpPr>
          <p:nvPr>
            <p:ph type="title"/>
          </p:nvPr>
        </p:nvSpPr>
        <p:spPr>
          <a:xfrm>
            <a:off x="2013900" y="365759"/>
            <a:ext cx="5116200" cy="73043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fr-CH" dirty="0"/>
              <a:t>Architecture</a:t>
            </a:r>
            <a:endParaRPr dirty="0"/>
          </a:p>
        </p:txBody>
      </p:sp>
      <p:pic>
        <p:nvPicPr>
          <p:cNvPr id="4" name="Espace réservé du contenu 4" descr="Une image contenant texte, capture d’écran, diagramme, circuit&#10;&#10;Le contenu généré par l’IA peut être incorrect.">
            <a:extLst>
              <a:ext uri="{FF2B5EF4-FFF2-40B4-BE49-F238E27FC236}">
                <a16:creationId xmlns:a16="http://schemas.microsoft.com/office/drawing/2014/main" id="{2F51A64B-7F01-F72A-1C69-9BEBFC0A02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893" y="1355275"/>
            <a:ext cx="6944213" cy="32464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p3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err="1"/>
              <a:t>Résultats</a:t>
            </a:r>
            <a:r>
              <a:rPr lang="en" dirty="0"/>
              <a:t> + </a:t>
            </a:r>
            <a:r>
              <a:rPr lang="en" dirty="0" err="1"/>
              <a:t>Limites</a:t>
            </a:r>
            <a:endParaRPr dirty="0" err="1"/>
          </a:p>
        </p:txBody>
      </p:sp>
      <p:graphicFrame>
        <p:nvGraphicFramePr>
          <p:cNvPr id="2" name="Espace réservé du contenu 2">
            <a:extLst>
              <a:ext uri="{FF2B5EF4-FFF2-40B4-BE49-F238E27FC236}">
                <a16:creationId xmlns:a16="http://schemas.microsoft.com/office/drawing/2014/main" id="{BFCDD5A1-89EB-DB30-811E-6EDA57D2E3DD}"/>
              </a:ext>
            </a:extLst>
          </p:cNvPr>
          <p:cNvGraphicFramePr>
            <a:graphicFrameLocks/>
          </p:cNvGraphicFramePr>
          <p:nvPr>
            <p:extLst>
              <p:ext uri="{D42A27DB-BD31-4B8C-83A1-F6EECF244321}">
                <p14:modId xmlns:p14="http://schemas.microsoft.com/office/powerpoint/2010/main" val="3941932511"/>
              </p:ext>
            </p:extLst>
          </p:nvPr>
        </p:nvGraphicFramePr>
        <p:xfrm>
          <a:off x="988955" y="1199378"/>
          <a:ext cx="6960229" cy="39441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6" name="Google Shape;1146;p36"/>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 + Suite</a:t>
            </a:r>
            <a:endParaRPr dirty="0"/>
          </a:p>
        </p:txBody>
      </p:sp>
      <p:sp>
        <p:nvSpPr>
          <p:cNvPr id="1147" name="Google Shape;1147;p36"/>
          <p:cNvSpPr txBox="1">
            <a:spLocks noGrp="1"/>
          </p:cNvSpPr>
          <p:nvPr>
            <p:ph type="subTitle" idx="1"/>
          </p:nvPr>
        </p:nvSpPr>
        <p:spPr>
          <a:xfrm>
            <a:off x="1119113" y="2516996"/>
            <a:ext cx="2811000" cy="1713628"/>
          </a:xfrm>
          <a:prstGeom prst="rect">
            <a:avLst/>
          </a:prstGeom>
        </p:spPr>
        <p:txBody>
          <a:bodyPr spcFirstLastPara="1" wrap="square" lIns="91425" tIns="91425" rIns="91425" bIns="91425" anchor="t" anchorCtr="0">
            <a:noAutofit/>
          </a:bodyPr>
          <a:lstStyle/>
          <a:p>
            <a:pPr marL="171450" lvl="0" indent="-171450" algn="l" rtl="0">
              <a:lnSpc>
                <a:spcPct val="200000"/>
              </a:lnSpc>
              <a:spcBef>
                <a:spcPts val="0"/>
              </a:spcBef>
              <a:spcAft>
                <a:spcPts val="0"/>
              </a:spcAft>
              <a:buFont typeface="Arial" panose="020B0604020202020204" pitchFamily="34" charset="0"/>
              <a:buChar char="•"/>
            </a:pPr>
            <a:r>
              <a:rPr lang="en" sz="1500" b="1" dirty="0" err="1"/>
              <a:t>Virtualisation</a:t>
            </a:r>
          </a:p>
          <a:p>
            <a:pPr marL="171450" lvl="0" indent="-171450" algn="l" rtl="0">
              <a:lnSpc>
                <a:spcPct val="200000"/>
              </a:lnSpc>
              <a:spcBef>
                <a:spcPts val="0"/>
              </a:spcBef>
              <a:spcAft>
                <a:spcPts val="0"/>
              </a:spcAft>
              <a:buFont typeface="Arial" panose="020B0604020202020204" pitchFamily="34" charset="0"/>
              <a:buChar char="•"/>
            </a:pPr>
            <a:r>
              <a:rPr lang="en" sz="1500" b="1" dirty="0"/>
              <a:t>Services internes</a:t>
            </a:r>
          </a:p>
          <a:p>
            <a:pPr marL="171450" lvl="0" indent="-171450" algn="l" rtl="0">
              <a:lnSpc>
                <a:spcPct val="200000"/>
              </a:lnSpc>
              <a:spcBef>
                <a:spcPts val="0"/>
              </a:spcBef>
              <a:spcAft>
                <a:spcPts val="0"/>
              </a:spcAft>
              <a:buFont typeface="Arial" panose="020B0604020202020204" pitchFamily="34" charset="0"/>
              <a:buChar char="•"/>
            </a:pPr>
            <a:r>
              <a:rPr lang="en" sz="1500" b="1" dirty="0"/>
              <a:t>Segmentation </a:t>
            </a:r>
            <a:r>
              <a:rPr lang="en" sz="1500" b="1" dirty="0" err="1"/>
              <a:t>sécurisée</a:t>
            </a:r>
            <a:endParaRPr sz="1500" b="1" dirty="0" err="1"/>
          </a:p>
        </p:txBody>
      </p:sp>
      <p:sp>
        <p:nvSpPr>
          <p:cNvPr id="1148" name="Google Shape;1148;p36"/>
          <p:cNvSpPr txBox="1">
            <a:spLocks noGrp="1"/>
          </p:cNvSpPr>
          <p:nvPr>
            <p:ph type="subTitle" idx="2"/>
          </p:nvPr>
        </p:nvSpPr>
        <p:spPr>
          <a:xfrm>
            <a:off x="4945664" y="2516996"/>
            <a:ext cx="2811000" cy="1038600"/>
          </a:xfrm>
          <a:prstGeom prst="rect">
            <a:avLst/>
          </a:prstGeom>
        </p:spPr>
        <p:txBody>
          <a:bodyPr spcFirstLastPara="1" wrap="square" lIns="91425" tIns="91425" rIns="91425" bIns="91425" anchor="t" anchorCtr="0">
            <a:noAutofit/>
          </a:bodyPr>
          <a:lstStyle/>
          <a:p>
            <a:pPr marL="171450" lvl="0" indent="-171450" algn="l" rtl="0">
              <a:lnSpc>
                <a:spcPct val="200000"/>
              </a:lnSpc>
              <a:spcBef>
                <a:spcPts val="0"/>
              </a:spcBef>
              <a:spcAft>
                <a:spcPts val="0"/>
              </a:spcAft>
              <a:buFont typeface="Arial" panose="020B0604020202020204" pitchFamily="34" charset="0"/>
              <a:buChar char="•"/>
            </a:pPr>
            <a:r>
              <a:rPr lang="en" sz="1500" b="1" dirty="0" err="1"/>
              <a:t>Rétablir</a:t>
            </a:r>
            <a:r>
              <a:rPr lang="en" sz="1500" b="1" dirty="0"/>
              <a:t> Internet</a:t>
            </a:r>
          </a:p>
          <a:p>
            <a:pPr marL="171450" lvl="0" indent="-171450" algn="l" rtl="0">
              <a:lnSpc>
                <a:spcPct val="200000"/>
              </a:lnSpc>
              <a:spcBef>
                <a:spcPts val="0"/>
              </a:spcBef>
              <a:spcAft>
                <a:spcPts val="0"/>
              </a:spcAft>
              <a:buFont typeface="Arial" panose="020B0604020202020204" pitchFamily="34" charset="0"/>
              <a:buChar char="•"/>
            </a:pPr>
            <a:r>
              <a:rPr lang="en" sz="1500" b="1" dirty="0" err="1"/>
              <a:t>Finaliser</a:t>
            </a:r>
            <a:r>
              <a:rPr lang="en" sz="1500" b="1" dirty="0"/>
              <a:t> </a:t>
            </a:r>
            <a:r>
              <a:rPr lang="en" sz="1500" b="1" dirty="0" err="1"/>
              <a:t>L’Access</a:t>
            </a:r>
            <a:r>
              <a:rPr lang="en" sz="1500" b="1" dirty="0"/>
              <a:t> Point</a:t>
            </a:r>
          </a:p>
          <a:p>
            <a:pPr marL="171450" lvl="0" indent="-171450" algn="l" rtl="0">
              <a:lnSpc>
                <a:spcPct val="200000"/>
              </a:lnSpc>
              <a:spcBef>
                <a:spcPts val="0"/>
              </a:spcBef>
              <a:spcAft>
                <a:spcPts val="0"/>
              </a:spcAft>
              <a:buFont typeface="Arial" panose="020B0604020202020204" pitchFamily="34" charset="0"/>
              <a:buChar char="•"/>
            </a:pPr>
            <a:r>
              <a:rPr lang="en" sz="1500" b="1" dirty="0"/>
              <a:t>Validation </a:t>
            </a:r>
            <a:r>
              <a:rPr lang="en" sz="1500" b="1" dirty="0" err="1"/>
              <a:t>complète</a:t>
            </a:r>
            <a:endParaRPr sz="1500" b="1" dirty="0" err="1"/>
          </a:p>
        </p:txBody>
      </p:sp>
      <p:sp>
        <p:nvSpPr>
          <p:cNvPr id="1151" name="Google Shape;1151;p36"/>
          <p:cNvSpPr txBox="1">
            <a:spLocks noGrp="1"/>
          </p:cNvSpPr>
          <p:nvPr>
            <p:ph type="subTitle" idx="5"/>
          </p:nvPr>
        </p:nvSpPr>
        <p:spPr>
          <a:xfrm>
            <a:off x="1119113" y="1668300"/>
            <a:ext cx="2811000" cy="69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500" dirty="0" err="1"/>
              <a:t>Livrables</a:t>
            </a:r>
            <a:r>
              <a:rPr lang="en" sz="2500" dirty="0"/>
              <a:t> :</a:t>
            </a:r>
            <a:endParaRPr sz="2500" dirty="0"/>
          </a:p>
        </p:txBody>
      </p:sp>
      <p:sp>
        <p:nvSpPr>
          <p:cNvPr id="1152" name="Google Shape;1152;p36"/>
          <p:cNvSpPr txBox="1">
            <a:spLocks noGrp="1"/>
          </p:cNvSpPr>
          <p:nvPr>
            <p:ph type="subTitle" idx="7"/>
          </p:nvPr>
        </p:nvSpPr>
        <p:spPr>
          <a:xfrm>
            <a:off x="4945638" y="1826796"/>
            <a:ext cx="2811000" cy="69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500" dirty="0" err="1"/>
              <a:t>Prochaines</a:t>
            </a:r>
            <a:r>
              <a:rPr lang="en" sz="2500" dirty="0"/>
              <a:t> étapes :</a:t>
            </a:r>
            <a:endParaRPr sz="2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8"/>
        <p:cNvGrpSpPr/>
        <p:nvPr/>
      </p:nvGrpSpPr>
      <p:grpSpPr>
        <a:xfrm>
          <a:off x="0" y="0"/>
          <a:ext cx="0" cy="0"/>
          <a:chOff x="0" y="0"/>
          <a:chExt cx="0" cy="0"/>
        </a:xfrm>
      </p:grpSpPr>
      <p:sp>
        <p:nvSpPr>
          <p:cNvPr id="1489" name="Google Shape;1489;p4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MERCI!</a:t>
            </a:r>
            <a:endParaRPr dirty="0"/>
          </a:p>
        </p:txBody>
      </p:sp>
      <p:sp>
        <p:nvSpPr>
          <p:cNvPr id="1490" name="Google Shape;1490;p48"/>
          <p:cNvSpPr txBox="1">
            <a:spLocks noGrp="1"/>
          </p:cNvSpPr>
          <p:nvPr>
            <p:ph type="subTitle" idx="1"/>
          </p:nvPr>
        </p:nvSpPr>
        <p:spPr>
          <a:xfrm>
            <a:off x="2370352" y="2236441"/>
            <a:ext cx="4425686" cy="173114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CH" sz="3000" b="1" dirty="0"/>
              <a:t>AVEZ-VOUS DES QUESTIONS</a:t>
            </a:r>
            <a:endParaRPr sz="3000" dirty="0"/>
          </a:p>
        </p:txBody>
      </p:sp>
      <p:grpSp>
        <p:nvGrpSpPr>
          <p:cNvPr id="1518" name="Google Shape;1518;p48"/>
          <p:cNvGrpSpPr/>
          <p:nvPr/>
        </p:nvGrpSpPr>
        <p:grpSpPr>
          <a:xfrm>
            <a:off x="8425930" y="3262140"/>
            <a:ext cx="27232" cy="532378"/>
            <a:chOff x="3534917" y="4467129"/>
            <a:chExt cx="24765" cy="484156"/>
          </a:xfrm>
        </p:grpSpPr>
        <p:sp>
          <p:nvSpPr>
            <p:cNvPr id="1519" name="Google Shape;1519;p48"/>
            <p:cNvSpPr/>
            <p:nvPr/>
          </p:nvSpPr>
          <p:spPr>
            <a:xfrm>
              <a:off x="3547300" y="4478845"/>
              <a:ext cx="9525" cy="460724"/>
            </a:xfrm>
            <a:custGeom>
              <a:avLst/>
              <a:gdLst/>
              <a:ahLst/>
              <a:cxnLst/>
              <a:rect l="l" t="t" r="r" b="b"/>
              <a:pathLst>
                <a:path w="9525" h="460724" extrusionOk="0">
                  <a:moveTo>
                    <a:pt x="0" y="460724"/>
                  </a:moveTo>
                  <a:lnTo>
                    <a:pt x="0" y="0"/>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0" name="Google Shape;1520;p48"/>
            <p:cNvSpPr/>
            <p:nvPr/>
          </p:nvSpPr>
          <p:spPr>
            <a:xfrm>
              <a:off x="3534917" y="4926520"/>
              <a:ext cx="24765" cy="24765"/>
            </a:xfrm>
            <a:custGeom>
              <a:avLst/>
              <a:gdLst/>
              <a:ahLst/>
              <a:cxnLst/>
              <a:rect l="l" t="t" r="r" b="b"/>
              <a:pathLst>
                <a:path w="24765" h="24765" extrusionOk="0">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1" name="Google Shape;1521;p48"/>
            <p:cNvSpPr/>
            <p:nvPr/>
          </p:nvSpPr>
          <p:spPr>
            <a:xfrm>
              <a:off x="3534917" y="4467129"/>
              <a:ext cx="24765" cy="24765"/>
            </a:xfrm>
            <a:custGeom>
              <a:avLst/>
              <a:gdLst/>
              <a:ahLst/>
              <a:cxnLst/>
              <a:rect l="l" t="t" r="r" b="b"/>
              <a:pathLst>
                <a:path w="24765" h="24765" extrusionOk="0">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22" name="Google Shape;1522;p48"/>
          <p:cNvGrpSpPr/>
          <p:nvPr/>
        </p:nvGrpSpPr>
        <p:grpSpPr>
          <a:xfrm>
            <a:off x="8191599" y="2664093"/>
            <a:ext cx="479083" cy="595031"/>
            <a:chOff x="5580610" y="1953710"/>
            <a:chExt cx="392498" cy="487491"/>
          </a:xfrm>
        </p:grpSpPr>
        <p:grpSp>
          <p:nvGrpSpPr>
            <p:cNvPr id="1523" name="Google Shape;1523;p48"/>
            <p:cNvGrpSpPr/>
            <p:nvPr/>
          </p:nvGrpSpPr>
          <p:grpSpPr>
            <a:xfrm>
              <a:off x="5580610" y="1953710"/>
              <a:ext cx="392498" cy="487491"/>
              <a:chOff x="7385113" y="1535430"/>
              <a:chExt cx="435673" cy="541115"/>
            </a:xfrm>
          </p:grpSpPr>
          <p:sp>
            <p:nvSpPr>
              <p:cNvPr id="1524" name="Google Shape;1524;p48"/>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25" name="Google Shape;1525;p48"/>
              <p:cNvGrpSpPr/>
              <p:nvPr/>
            </p:nvGrpSpPr>
            <p:grpSpPr>
              <a:xfrm>
                <a:off x="7612094" y="1566576"/>
                <a:ext cx="164781" cy="41529"/>
                <a:chOff x="7612094" y="1566576"/>
                <a:chExt cx="164781" cy="41529"/>
              </a:xfrm>
            </p:grpSpPr>
            <p:sp>
              <p:nvSpPr>
                <p:cNvPr id="1526" name="Google Shape;1526;p48"/>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7" name="Google Shape;1527;p48"/>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8" name="Google Shape;1528;p48"/>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529" name="Google Shape;1529;p48"/>
            <p:cNvGrpSpPr/>
            <p:nvPr/>
          </p:nvGrpSpPr>
          <p:grpSpPr>
            <a:xfrm>
              <a:off x="5612446" y="2047672"/>
              <a:ext cx="323505" cy="338352"/>
              <a:chOff x="7420451" y="1639728"/>
              <a:chExt cx="359091" cy="375571"/>
            </a:xfrm>
          </p:grpSpPr>
          <p:sp>
            <p:nvSpPr>
              <p:cNvPr id="1530" name="Google Shape;1530;p48"/>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1" name="Google Shape;1531;p48"/>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532" name="Google Shape;1532;p48"/>
          <p:cNvGrpSpPr/>
          <p:nvPr/>
        </p:nvGrpSpPr>
        <p:grpSpPr>
          <a:xfrm>
            <a:off x="136103" y="321913"/>
            <a:ext cx="1153901" cy="1166750"/>
            <a:chOff x="6568493" y="8"/>
            <a:chExt cx="1820608" cy="1840590"/>
          </a:xfrm>
        </p:grpSpPr>
        <p:sp>
          <p:nvSpPr>
            <p:cNvPr id="1533" name="Google Shape;1533;p48"/>
            <p:cNvSpPr/>
            <p:nvPr/>
          </p:nvSpPr>
          <p:spPr>
            <a:xfrm>
              <a:off x="6737915" y="169351"/>
              <a:ext cx="1651185" cy="1671247"/>
            </a:xfrm>
            <a:custGeom>
              <a:avLst/>
              <a:gdLst/>
              <a:ahLst/>
              <a:cxnLst/>
              <a:rect l="l" t="t" r="r" b="b"/>
              <a:pathLst>
                <a:path w="1959864" h="1983676" extrusionOk="0">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4" name="Google Shape;1534;p48"/>
            <p:cNvSpPr/>
            <p:nvPr/>
          </p:nvSpPr>
          <p:spPr>
            <a:xfrm>
              <a:off x="6653203" y="8"/>
              <a:ext cx="1651185" cy="1671247"/>
            </a:xfrm>
            <a:custGeom>
              <a:avLst/>
              <a:gdLst/>
              <a:ahLst/>
              <a:cxnLst/>
              <a:rect l="l" t="t" r="r" b="b"/>
              <a:pathLst>
                <a:path w="1959864" h="1983676" extrusionOk="0">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35" name="Google Shape;1535;p48"/>
            <p:cNvGrpSpPr/>
            <p:nvPr/>
          </p:nvGrpSpPr>
          <p:grpSpPr>
            <a:xfrm>
              <a:off x="6568493" y="84720"/>
              <a:ext cx="1649109" cy="1669065"/>
              <a:chOff x="8921020" y="472154"/>
              <a:chExt cx="1959958" cy="1983676"/>
            </a:xfrm>
          </p:grpSpPr>
          <p:sp>
            <p:nvSpPr>
              <p:cNvPr id="1536" name="Google Shape;1536;p48"/>
              <p:cNvSpPr/>
              <p:nvPr/>
            </p:nvSpPr>
            <p:spPr>
              <a:xfrm>
                <a:off x="8921114" y="472154"/>
                <a:ext cx="1959864" cy="1983676"/>
              </a:xfrm>
              <a:custGeom>
                <a:avLst/>
                <a:gdLst/>
                <a:ahLst/>
                <a:cxnLst/>
                <a:rect l="l" t="t" r="r" b="b"/>
                <a:pathLst>
                  <a:path w="1959864" h="1983676" extrusionOk="0">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7" name="Google Shape;1537;p48"/>
              <p:cNvSpPr/>
              <p:nvPr/>
            </p:nvSpPr>
            <p:spPr>
              <a:xfrm>
                <a:off x="8921020" y="472154"/>
                <a:ext cx="1959958" cy="172307"/>
              </a:xfrm>
              <a:custGeom>
                <a:avLst/>
                <a:gdLst/>
                <a:ahLst/>
                <a:cxnLst/>
                <a:rect l="l" t="t" r="r" b="b"/>
                <a:pathLst>
                  <a:path w="1959958" h="172307" extrusionOk="0">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38" name="Google Shape;1538;p48"/>
              <p:cNvGrpSpPr/>
              <p:nvPr/>
            </p:nvGrpSpPr>
            <p:grpSpPr>
              <a:xfrm>
                <a:off x="9011888" y="537781"/>
                <a:ext cx="255174" cy="64389"/>
                <a:chOff x="9011888" y="537781"/>
                <a:chExt cx="255174" cy="64389"/>
              </a:xfrm>
            </p:grpSpPr>
            <p:sp>
              <p:nvSpPr>
                <p:cNvPr id="1539" name="Google Shape;1539;p48"/>
                <p:cNvSpPr/>
                <p:nvPr/>
              </p:nvSpPr>
              <p:spPr>
                <a:xfrm>
                  <a:off x="9202673"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0" name="Google Shape;1540;p48"/>
                <p:cNvSpPr/>
                <p:nvPr/>
              </p:nvSpPr>
              <p:spPr>
                <a:xfrm>
                  <a:off x="9107233"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1" name="Google Shape;1541;p48"/>
                <p:cNvSpPr/>
                <p:nvPr/>
              </p:nvSpPr>
              <p:spPr>
                <a:xfrm>
                  <a:off x="9011888"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542" name="Google Shape;1542;p48"/>
            <p:cNvGrpSpPr/>
            <p:nvPr/>
          </p:nvGrpSpPr>
          <p:grpSpPr>
            <a:xfrm>
              <a:off x="6795939" y="406335"/>
              <a:ext cx="1194216" cy="1228757"/>
              <a:chOff x="9191339" y="854392"/>
              <a:chExt cx="1419320" cy="1460372"/>
            </a:xfrm>
          </p:grpSpPr>
          <p:grpSp>
            <p:nvGrpSpPr>
              <p:cNvPr id="1543" name="Google Shape;1543;p48"/>
              <p:cNvGrpSpPr/>
              <p:nvPr/>
            </p:nvGrpSpPr>
            <p:grpSpPr>
              <a:xfrm>
                <a:off x="9191339" y="1884045"/>
                <a:ext cx="604932" cy="420243"/>
                <a:chOff x="9191339" y="1884045"/>
                <a:chExt cx="604932" cy="420243"/>
              </a:xfrm>
            </p:grpSpPr>
            <p:sp>
              <p:nvSpPr>
                <p:cNvPr id="1544" name="Google Shape;1544;p48"/>
                <p:cNvSpPr/>
                <p:nvPr/>
              </p:nvSpPr>
              <p:spPr>
                <a:xfrm>
                  <a:off x="9191339" y="1884045"/>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5" name="Google Shape;1545;p48"/>
                <p:cNvSpPr/>
                <p:nvPr/>
              </p:nvSpPr>
              <p:spPr>
                <a:xfrm>
                  <a:off x="9449466" y="1884045"/>
                  <a:ext cx="182498" cy="52959"/>
                </a:xfrm>
                <a:custGeom>
                  <a:avLst/>
                  <a:gdLst/>
                  <a:ahLst/>
                  <a:cxnLst/>
                  <a:rect l="l" t="t" r="r" b="b"/>
                  <a:pathLst>
                    <a:path w="182498" h="52959" extrusionOk="0">
                      <a:moveTo>
                        <a:pt x="0" y="0"/>
                      </a:moveTo>
                      <a:lnTo>
                        <a:pt x="182499" y="0"/>
                      </a:lnTo>
                      <a:lnTo>
                        <a:pt x="18249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6" name="Google Shape;1546;p48"/>
                <p:cNvSpPr/>
                <p:nvPr/>
              </p:nvSpPr>
              <p:spPr>
                <a:xfrm>
                  <a:off x="9651396" y="1884045"/>
                  <a:ext cx="144875" cy="52959"/>
                </a:xfrm>
                <a:custGeom>
                  <a:avLst/>
                  <a:gdLst/>
                  <a:ahLst/>
                  <a:cxnLst/>
                  <a:rect l="l" t="t" r="r" b="b"/>
                  <a:pathLst>
                    <a:path w="144875" h="52959" extrusionOk="0">
                      <a:moveTo>
                        <a:pt x="0" y="0"/>
                      </a:moveTo>
                      <a:lnTo>
                        <a:pt x="144876" y="0"/>
                      </a:lnTo>
                      <a:lnTo>
                        <a:pt x="14487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7" name="Google Shape;1547;p48"/>
                <p:cNvSpPr/>
                <p:nvPr/>
              </p:nvSpPr>
              <p:spPr>
                <a:xfrm>
                  <a:off x="9308306" y="2006536"/>
                  <a:ext cx="487965" cy="52959"/>
                </a:xfrm>
                <a:custGeom>
                  <a:avLst/>
                  <a:gdLst/>
                  <a:ahLst/>
                  <a:cxnLst/>
                  <a:rect l="l" t="t" r="r" b="b"/>
                  <a:pathLst>
                    <a:path w="487965" h="52959" extrusionOk="0">
                      <a:moveTo>
                        <a:pt x="0" y="0"/>
                      </a:moveTo>
                      <a:lnTo>
                        <a:pt x="487966" y="0"/>
                      </a:lnTo>
                      <a:lnTo>
                        <a:pt x="48796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8" name="Google Shape;1548;p48"/>
                <p:cNvSpPr/>
                <p:nvPr/>
              </p:nvSpPr>
              <p:spPr>
                <a:xfrm>
                  <a:off x="9191339" y="2006536"/>
                  <a:ext cx="89630" cy="52959"/>
                </a:xfrm>
                <a:custGeom>
                  <a:avLst/>
                  <a:gdLst/>
                  <a:ahLst/>
                  <a:cxnLst/>
                  <a:rect l="l" t="t" r="r" b="b"/>
                  <a:pathLst>
                    <a:path w="89630" h="52959" extrusionOk="0">
                      <a:moveTo>
                        <a:pt x="0" y="0"/>
                      </a:moveTo>
                      <a:lnTo>
                        <a:pt x="89630" y="0"/>
                      </a:lnTo>
                      <a:lnTo>
                        <a:pt x="8963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9" name="Google Shape;1549;p48"/>
                <p:cNvSpPr/>
                <p:nvPr/>
              </p:nvSpPr>
              <p:spPr>
                <a:xfrm>
                  <a:off x="9460325" y="2128932"/>
                  <a:ext cx="230790" cy="52959"/>
                </a:xfrm>
                <a:custGeom>
                  <a:avLst/>
                  <a:gdLst/>
                  <a:ahLst/>
                  <a:cxnLst/>
                  <a:rect l="l" t="t" r="r" b="b"/>
                  <a:pathLst>
                    <a:path w="230790" h="52959" extrusionOk="0">
                      <a:moveTo>
                        <a:pt x="0" y="0"/>
                      </a:moveTo>
                      <a:lnTo>
                        <a:pt x="230791" y="0"/>
                      </a:lnTo>
                      <a:lnTo>
                        <a:pt x="230791"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0" name="Google Shape;1550;p48"/>
                <p:cNvSpPr/>
                <p:nvPr/>
              </p:nvSpPr>
              <p:spPr>
                <a:xfrm>
                  <a:off x="9713023" y="2128932"/>
                  <a:ext cx="83248" cy="52959"/>
                </a:xfrm>
                <a:custGeom>
                  <a:avLst/>
                  <a:gdLst/>
                  <a:ahLst/>
                  <a:cxnLst/>
                  <a:rect l="l" t="t" r="r" b="b"/>
                  <a:pathLst>
                    <a:path w="83248" h="52959" extrusionOk="0">
                      <a:moveTo>
                        <a:pt x="0" y="0"/>
                      </a:moveTo>
                      <a:lnTo>
                        <a:pt x="83248" y="0"/>
                      </a:lnTo>
                      <a:lnTo>
                        <a:pt x="8324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1" name="Google Shape;1551;p48"/>
                <p:cNvSpPr/>
                <p:nvPr/>
              </p:nvSpPr>
              <p:spPr>
                <a:xfrm>
                  <a:off x="9191339" y="2128932"/>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2" name="Google Shape;1552;p48"/>
                <p:cNvSpPr/>
                <p:nvPr/>
              </p:nvSpPr>
              <p:spPr>
                <a:xfrm>
                  <a:off x="9365170" y="2251329"/>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3" name="Google Shape;1553;p48"/>
                <p:cNvSpPr/>
                <p:nvPr/>
              </p:nvSpPr>
              <p:spPr>
                <a:xfrm>
                  <a:off x="9191339" y="2251329"/>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54" name="Google Shape;1554;p48"/>
              <p:cNvGrpSpPr/>
              <p:nvPr/>
            </p:nvGrpSpPr>
            <p:grpSpPr>
              <a:xfrm>
                <a:off x="10004774" y="854392"/>
                <a:ext cx="604932" cy="420243"/>
                <a:chOff x="10004774" y="854392"/>
                <a:chExt cx="604932" cy="420243"/>
              </a:xfrm>
            </p:grpSpPr>
            <p:sp>
              <p:nvSpPr>
                <p:cNvPr id="1555" name="Google Shape;1555;p48"/>
                <p:cNvSpPr/>
                <p:nvPr/>
              </p:nvSpPr>
              <p:spPr>
                <a:xfrm>
                  <a:off x="10004774" y="854392"/>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6" name="Google Shape;1556;p48"/>
                <p:cNvSpPr/>
                <p:nvPr/>
              </p:nvSpPr>
              <p:spPr>
                <a:xfrm>
                  <a:off x="10262901" y="854392"/>
                  <a:ext cx="182498" cy="52959"/>
                </a:xfrm>
                <a:custGeom>
                  <a:avLst/>
                  <a:gdLst/>
                  <a:ahLst/>
                  <a:cxnLst/>
                  <a:rect l="l" t="t" r="r" b="b"/>
                  <a:pathLst>
                    <a:path w="182498" h="52959" extrusionOk="0">
                      <a:moveTo>
                        <a:pt x="0" y="0"/>
                      </a:moveTo>
                      <a:lnTo>
                        <a:pt x="182498" y="0"/>
                      </a:lnTo>
                      <a:lnTo>
                        <a:pt x="18249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7" name="Google Shape;1557;p48"/>
                <p:cNvSpPr/>
                <p:nvPr/>
              </p:nvSpPr>
              <p:spPr>
                <a:xfrm>
                  <a:off x="10464831" y="854392"/>
                  <a:ext cx="144875" cy="52959"/>
                </a:xfrm>
                <a:custGeom>
                  <a:avLst/>
                  <a:gdLst/>
                  <a:ahLst/>
                  <a:cxnLst/>
                  <a:rect l="l" t="t" r="r" b="b"/>
                  <a:pathLst>
                    <a:path w="144875" h="52959" extrusionOk="0">
                      <a:moveTo>
                        <a:pt x="0" y="0"/>
                      </a:moveTo>
                      <a:lnTo>
                        <a:pt x="144875" y="0"/>
                      </a:lnTo>
                      <a:lnTo>
                        <a:pt x="144875"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8" name="Google Shape;1558;p48"/>
                <p:cNvSpPr/>
                <p:nvPr/>
              </p:nvSpPr>
              <p:spPr>
                <a:xfrm>
                  <a:off x="10121741" y="976788"/>
                  <a:ext cx="487965" cy="52959"/>
                </a:xfrm>
                <a:custGeom>
                  <a:avLst/>
                  <a:gdLst/>
                  <a:ahLst/>
                  <a:cxnLst/>
                  <a:rect l="l" t="t" r="r" b="b"/>
                  <a:pathLst>
                    <a:path w="487965" h="52959" extrusionOk="0">
                      <a:moveTo>
                        <a:pt x="0" y="0"/>
                      </a:moveTo>
                      <a:lnTo>
                        <a:pt x="487966" y="0"/>
                      </a:lnTo>
                      <a:lnTo>
                        <a:pt x="48796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9" name="Google Shape;1559;p48"/>
                <p:cNvSpPr/>
                <p:nvPr/>
              </p:nvSpPr>
              <p:spPr>
                <a:xfrm>
                  <a:off x="10004774" y="976788"/>
                  <a:ext cx="89630" cy="52959"/>
                </a:xfrm>
                <a:custGeom>
                  <a:avLst/>
                  <a:gdLst/>
                  <a:ahLst/>
                  <a:cxnLst/>
                  <a:rect l="l" t="t" r="r" b="b"/>
                  <a:pathLst>
                    <a:path w="89630" h="52959" extrusionOk="0">
                      <a:moveTo>
                        <a:pt x="0" y="0"/>
                      </a:moveTo>
                      <a:lnTo>
                        <a:pt x="89630" y="0"/>
                      </a:lnTo>
                      <a:lnTo>
                        <a:pt x="8963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48"/>
                <p:cNvSpPr/>
                <p:nvPr/>
              </p:nvSpPr>
              <p:spPr>
                <a:xfrm>
                  <a:off x="10273760" y="1099280"/>
                  <a:ext cx="230790" cy="52959"/>
                </a:xfrm>
                <a:custGeom>
                  <a:avLst/>
                  <a:gdLst/>
                  <a:ahLst/>
                  <a:cxnLst/>
                  <a:rect l="l" t="t" r="r" b="b"/>
                  <a:pathLst>
                    <a:path w="230790" h="52959" extrusionOk="0">
                      <a:moveTo>
                        <a:pt x="0" y="0"/>
                      </a:moveTo>
                      <a:lnTo>
                        <a:pt x="230790" y="0"/>
                      </a:lnTo>
                      <a:lnTo>
                        <a:pt x="23079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1" name="Google Shape;1561;p48"/>
                <p:cNvSpPr/>
                <p:nvPr/>
              </p:nvSpPr>
              <p:spPr>
                <a:xfrm>
                  <a:off x="10526458" y="1099280"/>
                  <a:ext cx="83248" cy="52959"/>
                </a:xfrm>
                <a:custGeom>
                  <a:avLst/>
                  <a:gdLst/>
                  <a:ahLst/>
                  <a:cxnLst/>
                  <a:rect l="l" t="t" r="r" b="b"/>
                  <a:pathLst>
                    <a:path w="83248" h="52959" extrusionOk="0">
                      <a:moveTo>
                        <a:pt x="0" y="0"/>
                      </a:moveTo>
                      <a:lnTo>
                        <a:pt x="83249" y="0"/>
                      </a:lnTo>
                      <a:lnTo>
                        <a:pt x="8324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2" name="Google Shape;1562;p48"/>
                <p:cNvSpPr/>
                <p:nvPr/>
              </p:nvSpPr>
              <p:spPr>
                <a:xfrm>
                  <a:off x="10004774" y="1099280"/>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3" name="Google Shape;1563;p48"/>
                <p:cNvSpPr/>
                <p:nvPr/>
              </p:nvSpPr>
              <p:spPr>
                <a:xfrm>
                  <a:off x="10178700" y="1221676"/>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4" name="Google Shape;1564;p48"/>
                <p:cNvSpPr/>
                <p:nvPr/>
              </p:nvSpPr>
              <p:spPr>
                <a:xfrm>
                  <a:off x="10004774" y="1221676"/>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65" name="Google Shape;1565;p48"/>
              <p:cNvGrpSpPr/>
              <p:nvPr/>
            </p:nvGrpSpPr>
            <p:grpSpPr>
              <a:xfrm>
                <a:off x="10004774" y="1374362"/>
                <a:ext cx="604932" cy="303466"/>
                <a:chOff x="10004774" y="1374362"/>
                <a:chExt cx="604932" cy="303466"/>
              </a:xfrm>
            </p:grpSpPr>
            <p:sp>
              <p:nvSpPr>
                <p:cNvPr id="1566" name="Google Shape;1566;p48"/>
                <p:cNvSpPr/>
                <p:nvPr/>
              </p:nvSpPr>
              <p:spPr>
                <a:xfrm>
                  <a:off x="10004774" y="1374362"/>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7" name="Google Shape;1567;p48"/>
                <p:cNvSpPr/>
                <p:nvPr/>
              </p:nvSpPr>
              <p:spPr>
                <a:xfrm>
                  <a:off x="10262901" y="1374362"/>
                  <a:ext cx="182498" cy="52959"/>
                </a:xfrm>
                <a:custGeom>
                  <a:avLst/>
                  <a:gdLst/>
                  <a:ahLst/>
                  <a:cxnLst/>
                  <a:rect l="l" t="t" r="r" b="b"/>
                  <a:pathLst>
                    <a:path w="182498" h="52959" extrusionOk="0">
                      <a:moveTo>
                        <a:pt x="0" y="0"/>
                      </a:moveTo>
                      <a:lnTo>
                        <a:pt x="182498" y="0"/>
                      </a:lnTo>
                      <a:lnTo>
                        <a:pt x="18249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8" name="Google Shape;1568;p48"/>
                <p:cNvSpPr/>
                <p:nvPr/>
              </p:nvSpPr>
              <p:spPr>
                <a:xfrm>
                  <a:off x="10464831" y="1374362"/>
                  <a:ext cx="144875" cy="52959"/>
                </a:xfrm>
                <a:custGeom>
                  <a:avLst/>
                  <a:gdLst/>
                  <a:ahLst/>
                  <a:cxnLst/>
                  <a:rect l="l" t="t" r="r" b="b"/>
                  <a:pathLst>
                    <a:path w="144875" h="52959" extrusionOk="0">
                      <a:moveTo>
                        <a:pt x="0" y="0"/>
                      </a:moveTo>
                      <a:lnTo>
                        <a:pt x="144875" y="0"/>
                      </a:lnTo>
                      <a:lnTo>
                        <a:pt x="144875"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9" name="Google Shape;1569;p48"/>
                <p:cNvSpPr/>
                <p:nvPr/>
              </p:nvSpPr>
              <p:spPr>
                <a:xfrm>
                  <a:off x="10273760" y="1502378"/>
                  <a:ext cx="230790" cy="52959"/>
                </a:xfrm>
                <a:custGeom>
                  <a:avLst/>
                  <a:gdLst/>
                  <a:ahLst/>
                  <a:cxnLst/>
                  <a:rect l="l" t="t" r="r" b="b"/>
                  <a:pathLst>
                    <a:path w="230790" h="52959" extrusionOk="0">
                      <a:moveTo>
                        <a:pt x="0" y="0"/>
                      </a:moveTo>
                      <a:lnTo>
                        <a:pt x="230790" y="0"/>
                      </a:lnTo>
                      <a:lnTo>
                        <a:pt x="23079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0" name="Google Shape;1570;p48"/>
                <p:cNvSpPr/>
                <p:nvPr/>
              </p:nvSpPr>
              <p:spPr>
                <a:xfrm>
                  <a:off x="10526458" y="1502378"/>
                  <a:ext cx="83248" cy="52959"/>
                </a:xfrm>
                <a:custGeom>
                  <a:avLst/>
                  <a:gdLst/>
                  <a:ahLst/>
                  <a:cxnLst/>
                  <a:rect l="l" t="t" r="r" b="b"/>
                  <a:pathLst>
                    <a:path w="83248" h="52959" extrusionOk="0">
                      <a:moveTo>
                        <a:pt x="0" y="0"/>
                      </a:moveTo>
                      <a:lnTo>
                        <a:pt x="83249" y="0"/>
                      </a:lnTo>
                      <a:lnTo>
                        <a:pt x="8324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1" name="Google Shape;1571;p48"/>
                <p:cNvSpPr/>
                <p:nvPr/>
              </p:nvSpPr>
              <p:spPr>
                <a:xfrm>
                  <a:off x="10004774" y="1502378"/>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2" name="Google Shape;1572;p48"/>
                <p:cNvSpPr/>
                <p:nvPr/>
              </p:nvSpPr>
              <p:spPr>
                <a:xfrm>
                  <a:off x="10178700" y="1624869"/>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3" name="Google Shape;1573;p48"/>
                <p:cNvSpPr/>
                <p:nvPr/>
              </p:nvSpPr>
              <p:spPr>
                <a:xfrm>
                  <a:off x="10004774" y="1624869"/>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74" name="Google Shape;1574;p48"/>
              <p:cNvSpPr/>
              <p:nvPr/>
            </p:nvSpPr>
            <p:spPr>
              <a:xfrm>
                <a:off x="10004774" y="1875948"/>
                <a:ext cx="605885" cy="438816"/>
              </a:xfrm>
              <a:custGeom>
                <a:avLst/>
                <a:gdLst/>
                <a:ahLst/>
                <a:cxnLst/>
                <a:rect l="l" t="t" r="r" b="b"/>
                <a:pathLst>
                  <a:path w="605885" h="438816" extrusionOk="0">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5" name="Google Shape;1575;p48"/>
              <p:cNvSpPr/>
              <p:nvPr/>
            </p:nvSpPr>
            <p:spPr>
              <a:xfrm>
                <a:off x="9191339" y="860202"/>
                <a:ext cx="605885" cy="815149"/>
              </a:xfrm>
              <a:custGeom>
                <a:avLst/>
                <a:gdLst/>
                <a:ahLst/>
                <a:cxnLst/>
                <a:rect l="l" t="t" r="r" b="b"/>
                <a:pathLst>
                  <a:path w="605885" h="815149" extrusionOk="0">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76" name="Google Shape;1576;p48"/>
            <p:cNvGrpSpPr/>
            <p:nvPr/>
          </p:nvGrpSpPr>
          <p:grpSpPr>
            <a:xfrm>
              <a:off x="6717319" y="354723"/>
              <a:ext cx="656533" cy="799751"/>
              <a:chOff x="9097899" y="793051"/>
              <a:chExt cx="780287" cy="950500"/>
            </a:xfrm>
          </p:grpSpPr>
          <p:grpSp>
            <p:nvGrpSpPr>
              <p:cNvPr id="1577" name="Google Shape;1577;p48"/>
              <p:cNvGrpSpPr/>
              <p:nvPr/>
            </p:nvGrpSpPr>
            <p:grpSpPr>
              <a:xfrm>
                <a:off x="9118758" y="814006"/>
                <a:ext cx="747999" cy="918020"/>
                <a:chOff x="9118758" y="814006"/>
                <a:chExt cx="747999" cy="918020"/>
              </a:xfrm>
            </p:grpSpPr>
            <p:sp>
              <p:nvSpPr>
                <p:cNvPr id="1578" name="Google Shape;1578;p48"/>
                <p:cNvSpPr/>
                <p:nvPr/>
              </p:nvSpPr>
              <p:spPr>
                <a:xfrm>
                  <a:off x="9131522" y="1722501"/>
                  <a:ext cx="700277" cy="9525"/>
                </a:xfrm>
                <a:custGeom>
                  <a:avLst/>
                  <a:gdLst/>
                  <a:ahLst/>
                  <a:cxnLst/>
                  <a:rect l="l" t="t" r="r" b="b"/>
                  <a:pathLst>
                    <a:path w="700277" h="9525" extrusionOk="0">
                      <a:moveTo>
                        <a:pt x="700278" y="0"/>
                      </a:moveTo>
                      <a:lnTo>
                        <a:pt x="0"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9" name="Google Shape;1579;p48"/>
                <p:cNvSpPr/>
                <p:nvPr/>
              </p:nvSpPr>
              <p:spPr>
                <a:xfrm>
                  <a:off x="9118758" y="826579"/>
                  <a:ext cx="9525" cy="870680"/>
                </a:xfrm>
                <a:custGeom>
                  <a:avLst/>
                  <a:gdLst/>
                  <a:ahLst/>
                  <a:cxnLst/>
                  <a:rect l="l" t="t" r="r" b="b"/>
                  <a:pathLst>
                    <a:path w="9525" h="870680" extrusionOk="0">
                      <a:moveTo>
                        <a:pt x="0" y="870680"/>
                      </a:moveTo>
                      <a:lnTo>
                        <a:pt x="0"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0" name="Google Shape;1580;p48"/>
                <p:cNvSpPr/>
                <p:nvPr/>
              </p:nvSpPr>
              <p:spPr>
                <a:xfrm>
                  <a:off x="9144285" y="814006"/>
                  <a:ext cx="700277" cy="9525"/>
                </a:xfrm>
                <a:custGeom>
                  <a:avLst/>
                  <a:gdLst/>
                  <a:ahLst/>
                  <a:cxnLst/>
                  <a:rect l="l" t="t" r="r" b="b"/>
                  <a:pathLst>
                    <a:path w="700277" h="9525" extrusionOk="0">
                      <a:moveTo>
                        <a:pt x="0" y="0"/>
                      </a:moveTo>
                      <a:lnTo>
                        <a:pt x="700278"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1" name="Google Shape;1581;p48"/>
                <p:cNvSpPr/>
                <p:nvPr/>
              </p:nvSpPr>
              <p:spPr>
                <a:xfrm>
                  <a:off x="9857232" y="839247"/>
                  <a:ext cx="9525" cy="870680"/>
                </a:xfrm>
                <a:custGeom>
                  <a:avLst/>
                  <a:gdLst/>
                  <a:ahLst/>
                  <a:cxnLst/>
                  <a:rect l="l" t="t" r="r" b="b"/>
                  <a:pathLst>
                    <a:path w="9525" h="870680" extrusionOk="0">
                      <a:moveTo>
                        <a:pt x="0" y="0"/>
                      </a:moveTo>
                      <a:lnTo>
                        <a:pt x="0" y="87068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82" name="Google Shape;1582;p48"/>
              <p:cNvGrpSpPr/>
              <p:nvPr/>
            </p:nvGrpSpPr>
            <p:grpSpPr>
              <a:xfrm>
                <a:off x="9097899" y="793051"/>
                <a:ext cx="780287" cy="950500"/>
                <a:chOff x="9097899" y="793051"/>
                <a:chExt cx="780287" cy="950500"/>
              </a:xfrm>
            </p:grpSpPr>
            <p:grpSp>
              <p:nvGrpSpPr>
                <p:cNvPr id="1583" name="Google Shape;1583;p48"/>
                <p:cNvGrpSpPr/>
                <p:nvPr/>
              </p:nvGrpSpPr>
              <p:grpSpPr>
                <a:xfrm>
                  <a:off x="9097899" y="793051"/>
                  <a:ext cx="780287" cy="41909"/>
                  <a:chOff x="9097899" y="793051"/>
                  <a:chExt cx="780287" cy="41909"/>
                </a:xfrm>
              </p:grpSpPr>
              <p:sp>
                <p:nvSpPr>
                  <p:cNvPr id="1584" name="Google Shape;1584;p48"/>
                  <p:cNvSpPr/>
                  <p:nvPr/>
                </p:nvSpPr>
                <p:spPr>
                  <a:xfrm>
                    <a:off x="9097899"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5" name="Google Shape;1585;p48"/>
                  <p:cNvSpPr/>
                  <p:nvPr/>
                </p:nvSpPr>
                <p:spPr>
                  <a:xfrm>
                    <a:off x="9467088"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6" name="Google Shape;1586;p48"/>
                  <p:cNvSpPr/>
                  <p:nvPr/>
                </p:nvSpPr>
                <p:spPr>
                  <a:xfrm>
                    <a:off x="9836277"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87" name="Google Shape;1587;p48"/>
                <p:cNvGrpSpPr/>
                <p:nvPr/>
              </p:nvGrpSpPr>
              <p:grpSpPr>
                <a:xfrm>
                  <a:off x="9097899" y="1247298"/>
                  <a:ext cx="780287" cy="41910"/>
                  <a:chOff x="9097899" y="1247298"/>
                  <a:chExt cx="780287" cy="41910"/>
                </a:xfrm>
              </p:grpSpPr>
              <p:sp>
                <p:nvSpPr>
                  <p:cNvPr id="1588" name="Google Shape;1588;p48"/>
                  <p:cNvSpPr/>
                  <p:nvPr/>
                </p:nvSpPr>
                <p:spPr>
                  <a:xfrm>
                    <a:off x="9097899" y="1247298"/>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9" name="Google Shape;1589;p48"/>
                  <p:cNvSpPr/>
                  <p:nvPr/>
                </p:nvSpPr>
                <p:spPr>
                  <a:xfrm>
                    <a:off x="9836277" y="1247298"/>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90" name="Google Shape;1590;p48"/>
                <p:cNvGrpSpPr/>
                <p:nvPr/>
              </p:nvGrpSpPr>
              <p:grpSpPr>
                <a:xfrm>
                  <a:off x="9097899" y="1701641"/>
                  <a:ext cx="780287" cy="41910"/>
                  <a:chOff x="9097899" y="1701641"/>
                  <a:chExt cx="780287" cy="41910"/>
                </a:xfrm>
              </p:grpSpPr>
              <p:sp>
                <p:nvSpPr>
                  <p:cNvPr id="1591" name="Google Shape;1591;p48"/>
                  <p:cNvSpPr/>
                  <p:nvPr/>
                </p:nvSpPr>
                <p:spPr>
                  <a:xfrm>
                    <a:off x="9097899"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2" name="Google Shape;1592;p48"/>
                  <p:cNvSpPr/>
                  <p:nvPr/>
                </p:nvSpPr>
                <p:spPr>
                  <a:xfrm>
                    <a:off x="9467088"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3" name="Google Shape;1593;p48"/>
                  <p:cNvSpPr/>
                  <p:nvPr/>
                </p:nvSpPr>
                <p:spPr>
                  <a:xfrm>
                    <a:off x="9836277"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594" name="Google Shape;1594;p48"/>
            <p:cNvGrpSpPr/>
            <p:nvPr/>
          </p:nvGrpSpPr>
          <p:grpSpPr>
            <a:xfrm>
              <a:off x="7074117" y="956519"/>
              <a:ext cx="215826" cy="125825"/>
              <a:chOff x="9521952" y="1508283"/>
              <a:chExt cx="256508" cy="149542"/>
            </a:xfrm>
          </p:grpSpPr>
          <p:sp>
            <p:nvSpPr>
              <p:cNvPr id="1595" name="Google Shape;1595;p48"/>
              <p:cNvSpPr/>
              <p:nvPr/>
            </p:nvSpPr>
            <p:spPr>
              <a:xfrm>
                <a:off x="9521952" y="1508283"/>
                <a:ext cx="256508" cy="149542"/>
              </a:xfrm>
              <a:custGeom>
                <a:avLst/>
                <a:gdLst/>
                <a:ahLst/>
                <a:cxnLst/>
                <a:rect l="l" t="t" r="r" b="b"/>
                <a:pathLst>
                  <a:path w="256508" h="149542" extrusionOk="0">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96" name="Google Shape;1596;p48"/>
              <p:cNvGrpSpPr/>
              <p:nvPr/>
            </p:nvGrpSpPr>
            <p:grpSpPr>
              <a:xfrm>
                <a:off x="9556578" y="1534618"/>
                <a:ext cx="183763" cy="98921"/>
                <a:chOff x="9556578" y="1534618"/>
                <a:chExt cx="183763" cy="98921"/>
              </a:xfrm>
            </p:grpSpPr>
            <p:grpSp>
              <p:nvGrpSpPr>
                <p:cNvPr id="1597" name="Google Shape;1597;p48"/>
                <p:cNvGrpSpPr/>
                <p:nvPr/>
              </p:nvGrpSpPr>
              <p:grpSpPr>
                <a:xfrm>
                  <a:off x="9645396" y="1536115"/>
                  <a:ext cx="94945" cy="94946"/>
                  <a:chOff x="9645396" y="1536115"/>
                  <a:chExt cx="94945" cy="94946"/>
                </a:xfrm>
              </p:grpSpPr>
              <p:sp>
                <p:nvSpPr>
                  <p:cNvPr id="1598" name="Google Shape;1598;p48"/>
                  <p:cNvSpPr/>
                  <p:nvPr/>
                </p:nvSpPr>
                <p:spPr>
                  <a:xfrm>
                    <a:off x="9645396" y="1588389"/>
                    <a:ext cx="42671" cy="42672"/>
                  </a:xfrm>
                  <a:custGeom>
                    <a:avLst/>
                    <a:gdLst/>
                    <a:ahLst/>
                    <a:cxnLst/>
                    <a:rect l="l" t="t" r="r" b="b"/>
                    <a:pathLst>
                      <a:path w="42671" h="42672" extrusionOk="0">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9" name="Google Shape;1599;p48"/>
                  <p:cNvSpPr/>
                  <p:nvPr/>
                </p:nvSpPr>
                <p:spPr>
                  <a:xfrm>
                    <a:off x="9674923" y="1536115"/>
                    <a:ext cx="65418" cy="65418"/>
                  </a:xfrm>
                  <a:custGeom>
                    <a:avLst/>
                    <a:gdLst/>
                    <a:ahLst/>
                    <a:cxnLst/>
                    <a:rect l="l" t="t" r="r" b="b"/>
                    <a:pathLst>
                      <a:path w="65418" h="65418" extrusionOk="0">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00" name="Google Shape;1600;p48"/>
                <p:cNvGrpSpPr/>
                <p:nvPr/>
              </p:nvGrpSpPr>
              <p:grpSpPr>
                <a:xfrm>
                  <a:off x="9556578" y="1534618"/>
                  <a:ext cx="98773" cy="98921"/>
                  <a:chOff x="9556578" y="1534618"/>
                  <a:chExt cx="98773" cy="98921"/>
                </a:xfrm>
              </p:grpSpPr>
              <p:sp>
                <p:nvSpPr>
                  <p:cNvPr id="1601" name="Google Shape;1601;p48"/>
                  <p:cNvSpPr/>
                  <p:nvPr/>
                </p:nvSpPr>
                <p:spPr>
                  <a:xfrm>
                    <a:off x="9556578" y="1534618"/>
                    <a:ext cx="98773" cy="98921"/>
                  </a:xfrm>
                  <a:custGeom>
                    <a:avLst/>
                    <a:gdLst/>
                    <a:ahLst/>
                    <a:cxnLst/>
                    <a:rect l="l" t="t" r="r" b="b"/>
                    <a:pathLst>
                      <a:path w="98773" h="98921" extrusionOk="0">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2" name="Google Shape;1602;p48"/>
                  <p:cNvSpPr/>
                  <p:nvPr/>
                </p:nvSpPr>
                <p:spPr>
                  <a:xfrm>
                    <a:off x="9597270" y="1577125"/>
                    <a:ext cx="15573" cy="15573"/>
                  </a:xfrm>
                  <a:custGeom>
                    <a:avLst/>
                    <a:gdLst/>
                    <a:ahLst/>
                    <a:cxnLst/>
                    <a:rect l="l" t="t" r="r" b="b"/>
                    <a:pathLst>
                      <a:path w="15573" h="15573" extrusionOk="0">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1603" name="Google Shape;1603;p48"/>
          <p:cNvGrpSpPr/>
          <p:nvPr/>
        </p:nvGrpSpPr>
        <p:grpSpPr>
          <a:xfrm>
            <a:off x="8107967" y="3797550"/>
            <a:ext cx="645598" cy="1166771"/>
            <a:chOff x="8107967" y="3797550"/>
            <a:chExt cx="645598" cy="1166771"/>
          </a:xfrm>
        </p:grpSpPr>
        <p:grpSp>
          <p:nvGrpSpPr>
            <p:cNvPr id="1604" name="Google Shape;1604;p48"/>
            <p:cNvGrpSpPr/>
            <p:nvPr/>
          </p:nvGrpSpPr>
          <p:grpSpPr>
            <a:xfrm>
              <a:off x="8107967" y="3797550"/>
              <a:ext cx="645598" cy="1166771"/>
              <a:chOff x="1024660" y="3708890"/>
              <a:chExt cx="489423" cy="884520"/>
            </a:xfrm>
          </p:grpSpPr>
          <p:grpSp>
            <p:nvGrpSpPr>
              <p:cNvPr id="1605" name="Google Shape;1605;p48"/>
              <p:cNvGrpSpPr/>
              <p:nvPr/>
            </p:nvGrpSpPr>
            <p:grpSpPr>
              <a:xfrm>
                <a:off x="1024660" y="3708890"/>
                <a:ext cx="489423" cy="884520"/>
                <a:chOff x="2124551" y="4954047"/>
                <a:chExt cx="587120" cy="1061085"/>
              </a:xfrm>
            </p:grpSpPr>
            <p:sp>
              <p:nvSpPr>
                <p:cNvPr id="1606" name="Google Shape;1606;p48"/>
                <p:cNvSpPr/>
                <p:nvPr/>
              </p:nvSpPr>
              <p:spPr>
                <a:xfrm>
                  <a:off x="2124551" y="4954047"/>
                  <a:ext cx="587120" cy="1061085"/>
                </a:xfrm>
                <a:custGeom>
                  <a:avLst/>
                  <a:gdLst/>
                  <a:ahLst/>
                  <a:cxnLst/>
                  <a:rect l="l" t="t" r="r" b="b"/>
                  <a:pathLst>
                    <a:path w="587120" h="1061085" extrusionOk="0">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7" name="Google Shape;1607;p48"/>
                <p:cNvSpPr/>
                <p:nvPr/>
              </p:nvSpPr>
              <p:spPr>
                <a:xfrm>
                  <a:off x="2339530" y="4987099"/>
                  <a:ext cx="157162" cy="25527"/>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08" name="Google Shape;1608;p48"/>
              <p:cNvSpPr/>
              <p:nvPr/>
            </p:nvSpPr>
            <p:spPr>
              <a:xfrm>
                <a:off x="1059199" y="3818860"/>
                <a:ext cx="419712" cy="647607"/>
              </a:xfrm>
              <a:custGeom>
                <a:avLst/>
                <a:gdLst/>
                <a:ahLst/>
                <a:cxnLst/>
                <a:rect l="l" t="t" r="r" b="b"/>
                <a:pathLst>
                  <a:path w="504158" h="777906" extrusionOk="0">
                    <a:moveTo>
                      <a:pt x="0" y="0"/>
                    </a:moveTo>
                    <a:lnTo>
                      <a:pt x="504158" y="0"/>
                    </a:lnTo>
                    <a:lnTo>
                      <a:pt x="504158" y="777907"/>
                    </a:lnTo>
                    <a:lnTo>
                      <a:pt x="0" y="77790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09" name="Google Shape;1609;p48"/>
              <p:cNvGrpSpPr/>
              <p:nvPr/>
            </p:nvGrpSpPr>
            <p:grpSpPr>
              <a:xfrm>
                <a:off x="1108189" y="4182116"/>
                <a:ext cx="322524" cy="131011"/>
                <a:chOff x="2224754" y="5521737"/>
                <a:chExt cx="386905" cy="157163"/>
              </a:xfrm>
            </p:grpSpPr>
            <p:grpSp>
              <p:nvGrpSpPr>
                <p:cNvPr id="1610" name="Google Shape;1610;p48"/>
                <p:cNvGrpSpPr/>
                <p:nvPr/>
              </p:nvGrpSpPr>
              <p:grpSpPr>
                <a:xfrm>
                  <a:off x="2224754" y="5521737"/>
                  <a:ext cx="386905" cy="157163"/>
                  <a:chOff x="2224754" y="5521737"/>
                  <a:chExt cx="386905" cy="157163"/>
                </a:xfrm>
              </p:grpSpPr>
              <p:grpSp>
                <p:nvGrpSpPr>
                  <p:cNvPr id="1611" name="Google Shape;1611;p48"/>
                  <p:cNvGrpSpPr/>
                  <p:nvPr/>
                </p:nvGrpSpPr>
                <p:grpSpPr>
                  <a:xfrm>
                    <a:off x="2224754" y="5521737"/>
                    <a:ext cx="386905" cy="65532"/>
                    <a:chOff x="2224754" y="5521737"/>
                    <a:chExt cx="386905" cy="65532"/>
                  </a:xfrm>
                </p:grpSpPr>
                <p:sp>
                  <p:nvSpPr>
                    <p:cNvPr id="1612" name="Google Shape;1612;p48"/>
                    <p:cNvSpPr/>
                    <p:nvPr/>
                  </p:nvSpPr>
                  <p:spPr>
                    <a:xfrm>
                      <a:off x="2224754" y="5521737"/>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3" name="Google Shape;1613;p48"/>
                    <p:cNvSpPr/>
                    <p:nvPr/>
                  </p:nvSpPr>
                  <p:spPr>
                    <a:xfrm>
                      <a:off x="2237422" y="5534405"/>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14" name="Google Shape;1614;p48"/>
                  <p:cNvGrpSpPr/>
                  <p:nvPr/>
                </p:nvGrpSpPr>
                <p:grpSpPr>
                  <a:xfrm>
                    <a:off x="2224754" y="5613368"/>
                    <a:ext cx="386905" cy="65532"/>
                    <a:chOff x="2224754" y="5613368"/>
                    <a:chExt cx="386905" cy="65532"/>
                  </a:xfrm>
                </p:grpSpPr>
                <p:sp>
                  <p:nvSpPr>
                    <p:cNvPr id="1615" name="Google Shape;1615;p48"/>
                    <p:cNvSpPr/>
                    <p:nvPr/>
                  </p:nvSpPr>
                  <p:spPr>
                    <a:xfrm>
                      <a:off x="2224754" y="5613368"/>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6" name="Google Shape;1616;p48"/>
                    <p:cNvSpPr/>
                    <p:nvPr/>
                  </p:nvSpPr>
                  <p:spPr>
                    <a:xfrm>
                      <a:off x="2237422" y="5626036"/>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617" name="Google Shape;1617;p48"/>
                <p:cNvGrpSpPr/>
                <p:nvPr/>
              </p:nvGrpSpPr>
              <p:grpSpPr>
                <a:xfrm>
                  <a:off x="2336863" y="5554217"/>
                  <a:ext cx="177355" cy="15050"/>
                  <a:chOff x="2336863" y="5554217"/>
                  <a:chExt cx="177355" cy="15050"/>
                </a:xfrm>
              </p:grpSpPr>
              <p:sp>
                <p:nvSpPr>
                  <p:cNvPr id="1618" name="Google Shape;1618;p48"/>
                  <p:cNvSpPr/>
                  <p:nvPr/>
                </p:nvSpPr>
                <p:spPr>
                  <a:xfrm>
                    <a:off x="2336863" y="5554218"/>
                    <a:ext cx="15049" cy="15049"/>
                  </a:xfrm>
                  <a:custGeom>
                    <a:avLst/>
                    <a:gdLst/>
                    <a:ahLst/>
                    <a:cxnLst/>
                    <a:rect l="l" t="t" r="r" b="b"/>
                    <a:pathLst>
                      <a:path w="15049" h="15049" extrusionOk="0">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9" name="Google Shape;1619;p48"/>
                  <p:cNvSpPr/>
                  <p:nvPr/>
                </p:nvSpPr>
                <p:spPr>
                  <a:xfrm>
                    <a:off x="2377440" y="5554217"/>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0" name="Google Shape;1620;p48"/>
                  <p:cNvSpPr/>
                  <p:nvPr/>
                </p:nvSpPr>
                <p:spPr>
                  <a:xfrm>
                    <a:off x="2418016"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1" name="Google Shape;1621;p48"/>
                  <p:cNvSpPr/>
                  <p:nvPr/>
                </p:nvSpPr>
                <p:spPr>
                  <a:xfrm>
                    <a:off x="2458593" y="5554218"/>
                    <a:ext cx="15049" cy="15049"/>
                  </a:xfrm>
                  <a:custGeom>
                    <a:avLst/>
                    <a:gdLst/>
                    <a:ahLst/>
                    <a:cxnLst/>
                    <a:rect l="l" t="t" r="r" b="b"/>
                    <a:pathLst>
                      <a:path w="15049" h="15049" extrusionOk="0">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2" name="Google Shape;1622;p48"/>
                  <p:cNvSpPr/>
                  <p:nvPr/>
                </p:nvSpPr>
                <p:spPr>
                  <a:xfrm>
                    <a:off x="2499169"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23" name="Google Shape;1623;p48"/>
                <p:cNvGrpSpPr/>
                <p:nvPr/>
              </p:nvGrpSpPr>
              <p:grpSpPr>
                <a:xfrm>
                  <a:off x="2336863" y="5641848"/>
                  <a:ext cx="177355" cy="15049"/>
                  <a:chOff x="2336863" y="5641848"/>
                  <a:chExt cx="177355" cy="15049"/>
                </a:xfrm>
              </p:grpSpPr>
              <p:sp>
                <p:nvSpPr>
                  <p:cNvPr id="1624" name="Google Shape;1624;p48"/>
                  <p:cNvSpPr/>
                  <p:nvPr/>
                </p:nvSpPr>
                <p:spPr>
                  <a:xfrm>
                    <a:off x="2336863"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5" name="Google Shape;1625;p48"/>
                  <p:cNvSpPr/>
                  <p:nvPr/>
                </p:nvSpPr>
                <p:spPr>
                  <a:xfrm>
                    <a:off x="2377440" y="5641848"/>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6" name="Google Shape;1626;p48"/>
                  <p:cNvSpPr/>
                  <p:nvPr/>
                </p:nvSpPr>
                <p:spPr>
                  <a:xfrm>
                    <a:off x="2418016"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7" name="Google Shape;1627;p48"/>
                  <p:cNvSpPr/>
                  <p:nvPr/>
                </p:nvSpPr>
                <p:spPr>
                  <a:xfrm>
                    <a:off x="2458592"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8" name="Google Shape;1628;p48"/>
                  <p:cNvSpPr/>
                  <p:nvPr/>
                </p:nvSpPr>
                <p:spPr>
                  <a:xfrm>
                    <a:off x="2499169"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629" name="Google Shape;1629;p48"/>
              <p:cNvGrpSpPr/>
              <p:nvPr/>
            </p:nvGrpSpPr>
            <p:grpSpPr>
              <a:xfrm>
                <a:off x="1161625" y="3903897"/>
                <a:ext cx="215413" cy="215333"/>
                <a:chOff x="2288857" y="5187981"/>
                <a:chExt cx="258413" cy="258317"/>
              </a:xfrm>
            </p:grpSpPr>
            <p:sp>
              <p:nvSpPr>
                <p:cNvPr id="1630" name="Google Shape;1630;p48"/>
                <p:cNvSpPr/>
                <p:nvPr/>
              </p:nvSpPr>
              <p:spPr>
                <a:xfrm>
                  <a:off x="2288857" y="5187981"/>
                  <a:ext cx="258413" cy="258317"/>
                </a:xfrm>
                <a:custGeom>
                  <a:avLst/>
                  <a:gdLst/>
                  <a:ahLst/>
                  <a:cxnLst/>
                  <a:rect l="l" t="t" r="r" b="b"/>
                  <a:pathLst>
                    <a:path w="258413" h="258317" extrusionOk="0">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1" name="Google Shape;1631;p48"/>
                <p:cNvSpPr/>
                <p:nvPr/>
              </p:nvSpPr>
              <p:spPr>
                <a:xfrm>
                  <a:off x="2316956" y="5234082"/>
                  <a:ext cx="202501" cy="212216"/>
                </a:xfrm>
                <a:custGeom>
                  <a:avLst/>
                  <a:gdLst/>
                  <a:ahLst/>
                  <a:cxnLst/>
                  <a:rect l="l" t="t" r="r" b="b"/>
                  <a:pathLst>
                    <a:path w="202501" h="212216" extrusionOk="0">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632" name="Google Shape;1632;p48"/>
            <p:cNvSpPr/>
            <p:nvPr/>
          </p:nvSpPr>
          <p:spPr>
            <a:xfrm>
              <a:off x="8344358" y="4860794"/>
              <a:ext cx="172878" cy="28080"/>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 name="Rectangle 2">
            <a:extLst>
              <a:ext uri="{FF2B5EF4-FFF2-40B4-BE49-F238E27FC236}">
                <a16:creationId xmlns:a16="http://schemas.microsoft.com/office/drawing/2014/main" id="{48ACD85C-ABE8-A59E-F32B-D1B34C131F02}"/>
              </a:ext>
            </a:extLst>
          </p:cNvPr>
          <p:cNvSpPr/>
          <p:nvPr/>
        </p:nvSpPr>
        <p:spPr>
          <a:xfrm>
            <a:off x="1956816" y="3419856"/>
            <a:ext cx="5402774" cy="1004236"/>
          </a:xfrm>
          <a:prstGeom prst="rect">
            <a:avLst/>
          </a:prstGeom>
          <a:solidFill>
            <a:srgbClr val="F3F3F3"/>
          </a:solidFill>
          <a:ln>
            <a:solidFill>
              <a:srgbClr val="F3F3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H"/>
          </a:p>
        </p:txBody>
      </p:sp>
    </p:spTree>
  </p:cSld>
  <p:clrMapOvr>
    <a:masterClrMapping/>
  </p:clrMapOvr>
</p:sld>
</file>

<file path=ppt/theme/theme1.xml><?xml version="1.0" encoding="utf-8"?>
<a:theme xmlns:a="http://schemas.openxmlformats.org/drawingml/2006/main"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fcccc220-c6b9-4076-850d-f5e42563a57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8692D16FABC7649A0E0051487714BFF" ma:contentTypeVersion="15" ma:contentTypeDescription="Crée un document." ma:contentTypeScope="" ma:versionID="0bb5cb857bbd608304f4d8c4544af011">
  <xsd:schema xmlns:xsd="http://www.w3.org/2001/XMLSchema" xmlns:xs="http://www.w3.org/2001/XMLSchema" xmlns:p="http://schemas.microsoft.com/office/2006/metadata/properties" xmlns:ns3="fcccc220-c6b9-4076-850d-f5e42563a571" xmlns:ns4="e7f151b8-51d7-4647-8ad5-935b9ffd0765" targetNamespace="http://schemas.microsoft.com/office/2006/metadata/properties" ma:root="true" ma:fieldsID="cbbe5d4d2c4317187597226ddca80d0f" ns3:_="" ns4:_="">
    <xsd:import namespace="fcccc220-c6b9-4076-850d-f5e42563a571"/>
    <xsd:import namespace="e7f151b8-51d7-4647-8ad5-935b9ffd0765"/>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ccc220-c6b9-4076-850d-f5e42563a5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7f151b8-51d7-4647-8ad5-935b9ffd0765"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element name="SharingHintHash" ma:index="14"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5CA161-0853-4037-9B3F-4C10DDCE4597}">
  <ds:schemaRefs>
    <ds:schemaRef ds:uri="http://schemas.microsoft.com/sharepoint/v3/contenttype/forms"/>
  </ds:schemaRefs>
</ds:datastoreItem>
</file>

<file path=customXml/itemProps2.xml><?xml version="1.0" encoding="utf-8"?>
<ds:datastoreItem xmlns:ds="http://schemas.openxmlformats.org/officeDocument/2006/customXml" ds:itemID="{9D48258A-FA78-4CA6-A44D-D902F6FEEBAD}">
  <ds:schemaRefs>
    <ds:schemaRef ds:uri="e7f151b8-51d7-4647-8ad5-935b9ffd0765"/>
    <ds:schemaRef ds:uri="fcccc220-c6b9-4076-850d-f5e42563a57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D345A77-6E80-4538-B548-BD25DD41E25B}">
  <ds:schemaRefs>
    <ds:schemaRef ds:uri="e7f151b8-51d7-4647-8ad5-935b9ffd0765"/>
    <ds:schemaRef ds:uri="fcccc220-c6b9-4076-850d-f5e42563a57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8</Slides>
  <Notes>8</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Multimedia Software Pitch Deck by Slidesgo</vt:lpstr>
      <vt:lpstr>ENTREPRISE FICTIVE</vt:lpstr>
      <vt:lpstr>Sommaire</vt:lpstr>
      <vt:lpstr>Problèmes</vt:lpstr>
      <vt:lpstr>Notre Solution</vt:lpstr>
      <vt:lpstr>Architecture</vt:lpstr>
      <vt:lpstr>Résultats + Limites</vt:lpstr>
      <vt:lpstr>Conclusion + Suite</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Rafael</dc:creator>
  <cp:revision>7</cp:revision>
  <dcterms:modified xsi:type="dcterms:W3CDTF">2026-01-30T09:58:52Z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0x010100E8692D16FABC7649A0E0051487714BFF</vt:lpwstr>
  </property>
</Properties>
</file>